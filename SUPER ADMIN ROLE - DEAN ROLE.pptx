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1" r:id="rId4"/>
    <p:sldId id="263" r:id="rId5"/>
    <p:sldId id="264" r:id="rId6"/>
    <p:sldId id="265" r:id="rId7"/>
    <p:sldId id="266" r:id="rId8"/>
    <p:sldId id="267" r:id="rId9"/>
    <p:sldId id="257" r:id="rId10"/>
    <p:sldId id="258" r:id="rId11"/>
    <p:sldId id="259" r:id="rId12"/>
    <p:sldId id="268" r:id="rId13"/>
    <p:sldId id="269" r:id="rId14"/>
    <p:sldId id="270" r:id="rId15"/>
    <p:sldId id="271" r:id="rId16"/>
    <p:sldId id="260" r:id="rId17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DEAN ACCESS ROLE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115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27F3-47A4-3FD2-419D-B9D29DAD5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A9E7-73B0-4568-061E-731E7D34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5A7565-A8AE-37FF-783B-8B8D9262A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36F299-0C13-AB5D-F11D-35F614842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D4C5-B918-DF84-BDA7-FBD9A0F94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133" y="0"/>
            <a:ext cx="7055556" cy="63782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45D980-CD75-838B-D401-8DB7D98C814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7347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Email Received for Reset Link</a:t>
            </a:r>
            <a:endParaRPr lang="en-PK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48F520-9E03-C310-D022-34550E53A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5371"/>
            <a:ext cx="8725101" cy="330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E9811-B767-D58E-7C0F-5951ACC4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4ED0D-7A7C-0D98-B7C6-1DBB93031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45E06-DEED-D8B6-6179-FF6EF2F011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You will choose new password.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C36F93-F27F-8E69-8E1C-6F4A903F7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05266-21D8-C692-4D37-F9D08D86ED2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90707B-CBE8-A0CB-96E6-D1701C35D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985" y="0"/>
            <a:ext cx="6637726" cy="626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8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6B399-AC1C-5E1D-5927-0A7A63E8E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0E369-BFA4-3DAA-406F-AF0C219C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C57E4-B7DB-9435-8DDF-E9C7EEF67FC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Confirmation on Screen about Password changed.</a:t>
            </a:r>
          </a:p>
          <a:p>
            <a:r>
              <a:rPr lang="en-US" dirty="0"/>
              <a:t>You will login with New Password.</a:t>
            </a:r>
          </a:p>
          <a:p>
            <a:endParaRPr lang="en-PK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6D23433-85D2-3302-9C2C-56FF1843BC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97600" y="626181"/>
            <a:ext cx="4865511" cy="56955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CE0525-2852-079A-A795-5141E481C4B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351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693D1-D021-A8FE-1242-0BEB81A24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DC89C-7D86-72DB-394F-52C352F81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ADD5F89-AB4C-6670-75D3-DE32207E79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707A09-7CB4-4B34-4643-919D09C3AA4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Click Sign In with new password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851996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544F2-8813-DD1E-DE98-62C9EB1C4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E7E044-B92B-FE5B-5716-B365E2EE6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0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810F9D-D1E7-F720-1327-3AA66B99283A}"/>
              </a:ext>
            </a:extLst>
          </p:cNvPr>
          <p:cNvSpPr txBox="1"/>
          <p:nvPr/>
        </p:nvSpPr>
        <p:spPr>
          <a:xfrm>
            <a:off x="1941689" y="4312356"/>
            <a:ext cx="61637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is Dean (Super Admin) Access Dashboard and Dean has complete access of all Departments, Faculty Members, Courses and Students.</a:t>
            </a:r>
            <a:r>
              <a:rPr lang="en-US" dirty="0"/>
              <a:t> 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CCF33-EBDC-EFCA-3651-9B5809E8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CBAA-6685-11AE-B969-CAB25E0A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56A63-4A11-9D1D-30C1-D496CC83C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C819DA-522B-2A13-944F-626853BC353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2FE8D5-3363-053D-1532-28E35E053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357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D940F8-F89E-7673-A2D7-0815E7A9D059}"/>
              </a:ext>
            </a:extLst>
          </p:cNvPr>
          <p:cNvSpPr txBox="1"/>
          <p:nvPr/>
        </p:nvSpPr>
        <p:spPr>
          <a:xfrm>
            <a:off x="8771466" y="4001294"/>
            <a:ext cx="3183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can Change HOD of Any department by click Edit Button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3025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2339E-8BAC-FC16-27CC-9125F2519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E2C35-CDBA-4D1E-3CB7-FE3D07CD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A6624-A255-A435-ED63-54FCC59CA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1F8C2-020A-DF89-1D85-99BF516ECF41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C06891B-B370-44A4-F58F-13D4144C2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A098C6-35DD-695A-9B18-D6B2A1D5B6B4}"/>
              </a:ext>
            </a:extLst>
          </p:cNvPr>
          <p:cNvSpPr txBox="1"/>
          <p:nvPr/>
        </p:nvSpPr>
        <p:spPr>
          <a:xfrm>
            <a:off x="5853289" y="4001294"/>
            <a:ext cx="61863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ADMIN CAN SET COURSES ACTIVE AS PER SEMESTER AND ALSO INDIVIDUAL COURSE.</a:t>
            </a:r>
          </a:p>
          <a:p>
            <a:r>
              <a:rPr lang="en-US" b="1" dirty="0">
                <a:solidFill>
                  <a:srgbClr val="FF0000"/>
                </a:solidFill>
              </a:rPr>
              <a:t>MANAGE ALL COURSES AND ALSO ADD NEW COURSES TOO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58981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FC18F-3B32-D7EF-4416-67DB61DC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DDEF8-270B-0B21-E3DF-3F46323F1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Manager Course Material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4AA340-BF76-7D39-AC56-C585CFE37C0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Admin / Faculty (Teacher) can manage Course Content: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Document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any Image 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YouTube Video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Video after uploading on Google Drive and share Link here</a:t>
            </a:r>
          </a:p>
          <a:p>
            <a:pPr marL="285750" indent="-285750">
              <a:buFontTx/>
              <a:buChar char="-"/>
            </a:pPr>
            <a:r>
              <a:rPr lang="en-US" dirty="0"/>
              <a:t>Add </a:t>
            </a:r>
            <a:r>
              <a:rPr lang="en-US" b="1" dirty="0">
                <a:solidFill>
                  <a:srgbClr val="FF0000"/>
                </a:solidFill>
              </a:rPr>
              <a:t>Scheduled Lecture</a:t>
            </a:r>
            <a:r>
              <a:rPr lang="en-US" dirty="0"/>
              <a:t> by uploading Video Lecture on Google Drive and share Link here</a:t>
            </a:r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23E6C1-2D8A-F5FC-1C1D-12072E0324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66FB67-EE8B-62C5-E7B2-934FECE8B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3187" y="-4764"/>
            <a:ext cx="6331480" cy="6493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DF46B3-4465-6E17-B298-DCB7CB2D27E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92156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6F889-19D2-7599-F698-804676332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E5550-B204-1408-B380-CF2F2C525B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Assignment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2E2F24-CC6C-0EF2-40D2-06A745C72D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5488" y="2057400"/>
            <a:ext cx="3932237" cy="3811588"/>
          </a:xfrm>
        </p:spPr>
        <p:txBody>
          <a:bodyPr/>
          <a:lstStyle/>
          <a:p>
            <a:r>
              <a:rPr lang="en-US" dirty="0"/>
              <a:t>Dean / Faculty (Teacher) can add any assignment of their course.</a:t>
            </a:r>
          </a:p>
          <a:p>
            <a:endParaRPr lang="en-US" dirty="0"/>
          </a:p>
          <a:p>
            <a:r>
              <a:rPr lang="en-US" dirty="0"/>
              <a:t>Option is available within Manage Material</a:t>
            </a:r>
          </a:p>
          <a:p>
            <a:endParaRPr lang="en-US" dirty="0"/>
          </a:p>
          <a:p>
            <a:r>
              <a:rPr lang="en-US" dirty="0"/>
              <a:t>Submission also showing </a:t>
            </a:r>
            <a:r>
              <a:rPr lang="en-US" dirty="0" err="1"/>
              <a:t>alongwith</a:t>
            </a:r>
            <a:r>
              <a:rPr lang="en-US" dirty="0"/>
              <a:t> assignment posted </a:t>
            </a:r>
            <a:endParaRPr lang="en-PK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04DCB55-EEE0-27C5-318F-5BA58AFBAF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98206" y="140758"/>
            <a:ext cx="5306772" cy="62261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56C92C-6B61-9005-5663-F20FEC631D8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16213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5D15A-CA06-A474-77E1-28F186F1D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D5686-C278-7EB7-9311-FBDDC4A39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Manager Course Material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DAA50-7C25-E903-18F6-FB8684BAF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Click Sign In with new password to get access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7E1831-EE8A-E117-09C8-45D9361BA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F27E48-08F4-C448-4F4F-26B28AB8E9EF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49895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1DE1C-03B3-90EE-4D90-EC5C56525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4D1DA-D842-8088-629C-5FF10E874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112" y="457200"/>
            <a:ext cx="4376914" cy="1600200"/>
          </a:xfrm>
        </p:spPr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Manager Course Material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C436DF-4F89-23C8-E9D8-EAC0464B9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>
                <a:solidFill>
                  <a:srgbClr val="FF0000"/>
                </a:solidFill>
              </a:rPr>
              <a:t>Click Sign In with new password to get access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D9EA833-0F89-FF68-B36D-3B8D94EAE1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473922-33A9-0A3D-E74B-E4871C19B035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39754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8392-D9D5-CDE8-7220-EAC66C296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96DB1-0122-FD08-EE81-700B4290A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09D7B-0C57-1242-7E0F-0968CA64C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7DFE4-2427-51E7-316F-DAA32FF1A71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866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</TotalTime>
  <Words>427</Words>
  <Application>Microsoft Office PowerPoint</Application>
  <PresentationFormat>Widescreen</PresentationFormat>
  <Paragraphs>75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DEAN ACCESS ROLE</vt:lpstr>
      <vt:lpstr>FOPPS-UOK.ONLINE PAGE</vt:lpstr>
      <vt:lpstr>LOGIN PAGE</vt:lpstr>
      <vt:lpstr>Reset Password</vt:lpstr>
      <vt:lpstr>Email Received for Reset Link</vt:lpstr>
      <vt:lpstr>Reset Password</vt:lpstr>
      <vt:lpstr>Reset Password</vt:lpstr>
      <vt:lpstr>LOGIN PAGE</vt:lpstr>
      <vt:lpstr>PowerPoint Presentation</vt:lpstr>
      <vt:lpstr>PowerPoint Presentation</vt:lpstr>
      <vt:lpstr>PowerPoint Presentation</vt:lpstr>
      <vt:lpstr>Manager Course Material</vt:lpstr>
      <vt:lpstr>Assignment</vt:lpstr>
      <vt:lpstr>Manager Course Material</vt:lpstr>
      <vt:lpstr>Manager Course Material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13</cp:revision>
  <dcterms:created xsi:type="dcterms:W3CDTF">2026-03-28T14:25:03Z</dcterms:created>
  <dcterms:modified xsi:type="dcterms:W3CDTF">2026-03-29T05:49:23Z</dcterms:modified>
</cp:coreProperties>
</file>