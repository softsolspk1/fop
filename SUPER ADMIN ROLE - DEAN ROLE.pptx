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1" r:id="rId4"/>
    <p:sldId id="257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 varScale="1">
        <p:scale>
          <a:sx n="85" d="100"/>
          <a:sy n="85" d="100"/>
        </p:scale>
        <p:origin x="7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6C050-2591-8495-B880-59797FEECA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01ECAC-9738-2075-4829-E8FC296BE6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D5267-6DAC-9783-5232-22F61EBA8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AE226F-7483-2822-A8E4-C9B1A767A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6978E-ADFE-A4C9-3FD0-9234F17D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258553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2BFC2-E8F6-10E3-7DFF-618E18FD6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4E0A-2CB9-7EB4-D4D2-13A3FE19B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FBFA2-8693-F63C-880F-A74C99B35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B2105B-C0A1-BC6C-798B-7CD1AA601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D077F-617C-E6CD-C81B-A2466D13F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117701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7A30E-E02E-6259-5D81-048E01285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A66AB-5AAA-6BC5-6528-CFADBC963A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C25C8-131E-86EB-CA12-86901C97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A0E1A-B6B9-60B3-BE35-60EE8249D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C30C6-1532-548F-37A4-2640C5FD8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3173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801-3A46-E4F8-1274-C2F03D089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3B6FF-97AC-B7F7-1F8B-4C659A27D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799112-3ECB-91CD-392E-7DC7227D6A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D9F5A-7094-4495-2CF2-8C6DB250F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4C4324-7094-C5E7-7FDF-8970A196F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CDD378-F42E-C70E-AD03-20A1910CA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892327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C2557-C799-C709-ED32-FB571B6B2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9B5A8-DDE8-A55B-DE74-733AE60F1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4D9A81-6ED1-8D13-509F-9F4BEA201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80B144-5199-8B1B-44D2-F0CF8D9927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56156C-7D0F-29BF-92D3-921EBD33D5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B775E7-5ADD-6DDB-0292-90F8B1B30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4A3D95-9EA3-5248-90FF-4BA454FEE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1A3480-C55D-A106-1C57-CA5F69FE7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09478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6A4B4-30A2-C51F-FC02-430A8154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C5C31E-29F7-CF1B-CE37-7F13B75F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5DD01F-81DD-400A-961A-E52602F0F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EC690-C609-5E01-4BCF-458081D32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44481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B6496-54AF-53A2-F68B-372D685F0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42E0C3-FE36-BF46-A705-C6BFEE085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EDA75-7493-5990-53AE-9E0BA1A9D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005981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03061-5E06-A5C5-DA18-09A2BA2A0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9961-515F-85C2-2A04-0F26514D6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D4132-9D46-B001-64BC-3F6EC4C07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0B48D-1E26-6551-FD8B-2F8CDDC7F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ADD1FC-FED2-4E91-3A2F-7B9794397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9F021-C824-C772-1369-581D3E597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483656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BCBA-DE3D-1B1B-97D1-371B34399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7DAA01-34BF-7B76-75E8-02FF6F8706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0FF58-85E7-1BB4-FD49-056459EFB3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ABC79F-29D5-59E7-7380-F539E857C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D4200B-810E-8BD7-83E0-955F3B378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4F2006-3A9D-08C0-7B40-009456F62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544720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73C09-7131-1428-1DDE-F5B534E14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E6E098-C79A-6B59-D0D8-0B3208789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C520D6-FC58-9156-3B7F-FCF0F91D2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F344A-FBE9-A3E5-963D-2E06BB2BD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6B2F2-5DFE-0138-D60E-EC4F53E6F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712665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AB563D-34E4-7096-1147-CE9240F325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69C07C-D60F-B2F0-BB76-BA531C7F5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DE289E-2496-BB29-1831-67F6C4B27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52DF20-645B-B82F-5B44-626760852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A5BC6-7E37-5611-6AE8-5A757B1EF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59701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7B2E96-CB33-5A54-F1C3-6887ED407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D6D5D3-D3B1-1098-84B5-146BE1EEB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FB544-A635-7703-B08F-93710B6891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05D75-E0CA-130B-393C-96E0E3FEAE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E218F-05B9-8112-09ED-08E91D17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93972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fopps-uok.onlin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A8B98-5997-D273-5524-A2551DAF3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DEAN ACCESS ROLE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CE1F9A-EDE8-81AF-7B1D-2CA1702988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FOPPS ONLINE CLASS PORTAL</a:t>
            </a:r>
          </a:p>
          <a:p>
            <a:r>
              <a:rPr lang="en-US" dirty="0">
                <a:solidFill>
                  <a:schemeClr val="accent2"/>
                </a:solidFill>
                <a:hlinkClick r:id="rId2"/>
              </a:rPr>
              <a:t>https://fopps-uok.online/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endParaRPr lang="en-PK" dirty="0">
              <a:solidFill>
                <a:schemeClr val="accent2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82F8B0-0570-FE5A-5F0E-4E541B2E7674}"/>
              </a:ext>
            </a:extLst>
          </p:cNvPr>
          <p:cNvSpPr txBox="1"/>
          <p:nvPr/>
        </p:nvSpPr>
        <p:spPr>
          <a:xfrm>
            <a:off x="146756" y="6096000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C484CBE2-A2C5-E4AC-AD2A-8AD0B789FF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7356" y="392668"/>
            <a:ext cx="2286000" cy="200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2809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FOPPS-UOK.ONLINE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94F887-9C0F-9A06-2056-C34334F103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96646"/>
            <a:ext cx="12039600" cy="49477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2115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05639-7546-9407-8C22-169A616D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LOGIN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6A6837-8D1C-50B0-896A-89330B2437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07378" y="270933"/>
            <a:ext cx="5944833" cy="6333067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94440B-F70A-5FF9-2205-8194C804D7C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/>
              <a:t>Click Sign In to get access</a:t>
            </a:r>
          </a:p>
          <a:p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600779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544F2-8813-DD1E-DE98-62C9EB1C4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E7E044-B92B-FE5B-5716-B365E2EE6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40003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6810F9D-D1E7-F720-1327-3AA66B99283A}"/>
              </a:ext>
            </a:extLst>
          </p:cNvPr>
          <p:cNvSpPr txBox="1"/>
          <p:nvPr/>
        </p:nvSpPr>
        <p:spPr>
          <a:xfrm>
            <a:off x="1941689" y="4312356"/>
            <a:ext cx="61637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This is Dean (Super Admin) Access Dashboard and Dean has complete access of all Departments, Faculty Members, Courses and Students.</a:t>
            </a:r>
            <a:r>
              <a:rPr lang="en-US" dirty="0"/>
              <a:t> </a:t>
            </a:r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3950229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CCF33-EBDC-EFCA-3651-9B5809E8C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ACBAA-6685-11AE-B969-CAB25E0A2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456A63-4A11-9D1D-30C1-D496CC83C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C819DA-522B-2A13-944F-626853BC3536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2FE8D5-3363-053D-1532-28E35E053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357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8D940F8-F89E-7673-A2D7-0815E7A9D059}"/>
              </a:ext>
            </a:extLst>
          </p:cNvPr>
          <p:cNvSpPr txBox="1"/>
          <p:nvPr/>
        </p:nvSpPr>
        <p:spPr>
          <a:xfrm>
            <a:off x="8771466" y="4001294"/>
            <a:ext cx="3183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Dean can Change HOD of Any department by click Edit Button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3025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2339E-8BAC-FC16-27CC-9125F2519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E2C35-CDBA-4D1E-3CB7-FE3D07CD8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A6624-A255-A435-ED63-54FCC59CA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21F8C2-020A-DF89-1D85-99BF516ECF41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5898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78392-D9D5-CDE8-7220-EAC66C296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96DB1-0122-FD08-EE81-700B4290A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09D7B-0C57-1242-7E0F-0968CA64C5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7DFE4-2427-51E7-316F-DAA32FF1A710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3866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128</Words>
  <Application>Microsoft Office PowerPoint</Application>
  <PresentationFormat>Widescreen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DEAN ACCESS ROLE</vt:lpstr>
      <vt:lpstr>FOPPS-UOK.ONLINE PAGE</vt:lpstr>
      <vt:lpstr>LOGIN PAGE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softsols2025@hotmail.com</dc:creator>
  <cp:lastModifiedBy>softsols2025@hotmail.com</cp:lastModifiedBy>
  <cp:revision>8</cp:revision>
  <dcterms:created xsi:type="dcterms:W3CDTF">2026-03-28T14:25:03Z</dcterms:created>
  <dcterms:modified xsi:type="dcterms:W3CDTF">2026-03-28T18:46:39Z</dcterms:modified>
</cp:coreProperties>
</file>