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60" r:id="rId16"/>
    <p:sldId id="272" r:id="rId17"/>
    <p:sldId id="273" r:id="rId18"/>
    <p:sldId id="274" r:id="rId19"/>
    <p:sldId id="275" r:id="rId20"/>
    <p:sldId id="285" r:id="rId21"/>
    <p:sldId id="271" r:id="rId22"/>
    <p:sldId id="28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0592F-6EDD-48D7-93D1-75ED60E966B1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0AC69-8D9F-4B74-AF6C-0D95D0277DA2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6268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18757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108429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(ADMIN)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Quiz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Dean / Faculty (Teacher) can add Quiz for their Course.</a:t>
            </a:r>
          </a:p>
          <a:p>
            <a:r>
              <a:rPr lang="en-US" dirty="0"/>
              <a:t>The Course result will be autogenerated and will be available in Quiz and Report Section.</a:t>
            </a:r>
          </a:p>
          <a:p>
            <a:endParaRPr lang="en-US" dirty="0"/>
          </a:p>
          <a:p>
            <a:r>
              <a:rPr lang="en-US" dirty="0"/>
              <a:t>The Quiz is time based and is from start date/time to end date/time</a:t>
            </a:r>
          </a:p>
          <a:p>
            <a:endParaRPr lang="en-US" dirty="0"/>
          </a:p>
          <a:p>
            <a:r>
              <a:rPr lang="en-US" dirty="0"/>
              <a:t>The Quiz is of certain marks and Admin/Faculty (Teacher) also set passing percentage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DB1A4D-63E8-1380-74BD-94AD69579B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46095" y="457200"/>
            <a:ext cx="5020216" cy="6031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304800" y="6866846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34772-FF00-F901-61C7-74218AA44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835E5-13B6-4D44-ECEF-6ECAA5FDB8E5}"/>
              </a:ext>
            </a:extLst>
          </p:cNvPr>
          <p:cNvSpPr txBox="1"/>
          <p:nvPr/>
        </p:nvSpPr>
        <p:spPr>
          <a:xfrm>
            <a:off x="2506133" y="3883378"/>
            <a:ext cx="815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Admin and Dean Office (Sub-Admin) be able to Access Enrollment Section and can Allow Student to Access Portal after Approve the Account.</a:t>
            </a:r>
            <a:endParaRPr lang="en-PK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CBF52-5753-10B4-5522-7C642C94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3104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704BFE-ED11-DC85-CF4F-7A1E80A7DC7A}"/>
              </a:ext>
            </a:extLst>
          </p:cNvPr>
          <p:cNvSpPr txBox="1"/>
          <p:nvPr/>
        </p:nvSpPr>
        <p:spPr>
          <a:xfrm>
            <a:off x="4752622" y="2585156"/>
            <a:ext cx="52944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1:1 CHAT / MESSENGER between Faculty Members (Teachers), HODs, Dean Office and Dean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Any Member will send message to other.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100% Encrypted chat</a:t>
            </a:r>
            <a:endParaRPr lang="en-PK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A6B0-EA62-B8D9-8F4B-172F4765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2A8D-D636-1277-EDFA-23D14389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47A1-F6C3-36E9-C876-936D3582C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C7E35E-6DD7-E97D-C057-8FC8E3849A1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0B199-697B-C23C-2F09-AC7CF64CC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780"/>
            <a:ext cx="12192000" cy="62418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380240-E81A-BE02-3418-E6B78A0E0B59}"/>
              </a:ext>
            </a:extLst>
          </p:cNvPr>
          <p:cNvSpPr txBox="1"/>
          <p:nvPr/>
        </p:nvSpPr>
        <p:spPr>
          <a:xfrm>
            <a:off x="7382933" y="3429000"/>
            <a:ext cx="43462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Live Classes Page showing Schedule Lectured within any Course by Admin / Teacher and also Live Session created in this Page.</a:t>
            </a:r>
            <a:endParaRPr lang="en-PK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446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46CC1-3EEE-232A-97DB-FDE4C5C1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4813-3D9C-C967-DC29-4AD96016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C792-BEAC-10DB-D9C5-1A1AF10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8232D-3758-F081-79C7-76848A9D49C7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BE073-F22C-1ECE-0574-592AB4604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31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56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54DB-ADA3-B7BE-4C31-7D082AB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6479-9A84-D6EA-14FD-C3820184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2420-4189-3275-0B03-096F7A560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7E4356-78CB-9D4C-4101-1CD06109856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016C9-7696-20EC-D719-AE9FE34C5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493530" cy="61769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4936C1-A9CF-9D0A-1E8E-2B2C9E92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530" y="0"/>
            <a:ext cx="4698470" cy="6176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977849-CE9E-AE25-2E72-0ED334499FBE}"/>
              </a:ext>
            </a:extLst>
          </p:cNvPr>
          <p:cNvSpPr txBox="1"/>
          <p:nvPr/>
        </p:nvSpPr>
        <p:spPr>
          <a:xfrm>
            <a:off x="688622" y="5159022"/>
            <a:ext cx="59667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Dean (Admin) and Sub-Admin (Dean Office) will send any kind of notification to Faculty Members and Students.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Also send selected message.</a:t>
            </a:r>
            <a:endParaRPr lang="en-PK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159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AD79F-F674-6999-8751-67C8E8CE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DBF171-DAFA-60D2-ACD8-119BDE2819BD}"/>
              </a:ext>
            </a:extLst>
          </p:cNvPr>
          <p:cNvSpPr txBox="1"/>
          <p:nvPr/>
        </p:nvSpPr>
        <p:spPr>
          <a:xfrm>
            <a:off x="3183467" y="3905956"/>
            <a:ext cx="6310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 Result Page, Teacher, HOD and Admin will be able to Post and Access Result of any Subject which will be viewable to higher </a:t>
            </a:r>
            <a:r>
              <a:rPr lang="en-US" b="1" dirty="0" err="1">
                <a:solidFill>
                  <a:srgbClr val="FF0000"/>
                </a:solidFill>
              </a:rPr>
              <a:t>hirerchy</a:t>
            </a:r>
            <a:r>
              <a:rPr lang="en-US" b="1" dirty="0">
                <a:solidFill>
                  <a:srgbClr val="FF0000"/>
                </a:solidFill>
              </a:rPr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Like any Teacher post Result then it will be viewable to respective HOD and Dean.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91497-74AB-C859-CAC4-609EBB3D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276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857F7E-8077-3723-8DB7-240ADF0280AA}"/>
              </a:ext>
            </a:extLst>
          </p:cNvPr>
          <p:cNvSpPr txBox="1"/>
          <p:nvPr/>
        </p:nvSpPr>
        <p:spPr>
          <a:xfrm>
            <a:off x="3149600" y="4301067"/>
            <a:ext cx="673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and Dean (Admin) able to add Examination Date Sheet and Exam Results will be added by respective Teacher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28CEC-B39E-5887-06DF-A3A7BC89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E10-CF2E-EBA3-5BFD-411E6D14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FBDC-596F-56E7-2BC8-9F070F7B0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D3557-C7DC-0B07-9832-ECC114F8129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D3AEE-CD37-6ADB-B5E2-EC399E20E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85"/>
            <a:ext cx="12192000" cy="60209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B2BDA-1DB4-4C9C-D1FD-C995DBB7DACA}"/>
              </a:ext>
            </a:extLst>
          </p:cNvPr>
          <p:cNvSpPr txBox="1"/>
          <p:nvPr/>
        </p:nvSpPr>
        <p:spPr>
          <a:xfrm>
            <a:off x="8669867" y="2585156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Semester Wise Time Table will be added by Dean Office and Department Head and also by Dean (Admin)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57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06EE6-8F80-90D0-A71C-813E0F78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4873-4B1F-2597-CC48-B88363BD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141CE-794C-294B-994E-DD9F78C43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80B46-BE65-315D-1644-32F1C7A9289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304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689E-B663-6FF1-F322-BD2B82E5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9784-20F1-C71D-3B74-3F5FEE2A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3DFDC-DB58-91F3-1027-17572604D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798EF-2731-7C06-87CD-E17F5E6EEF1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40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0E7A-800C-0637-6C1E-1CF9EBD9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9EA67-62AB-45D8-4D3D-F0778D42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F787-AC9E-D0C4-FEFB-6E92A42F3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5C527-6EE0-8885-6A2A-EDFE1867EF6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0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60F1C-5A46-1C47-DFA8-F75A6F5BA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B5F9-1CBA-BCDD-E20D-2B4EB51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223A0-C882-E190-FC04-3B4669DE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F841AD-58DF-60B1-7769-88531D3094D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017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EE3B-F4FB-2E10-2AA3-E80A913B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0AB6-BC94-BA02-84D5-2CED395B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3503B-1A5F-E5D1-8222-FB6975B5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CDEE3D-B3B3-480D-53EB-5C40A0B0197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673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9143-941C-458E-6559-70E33C49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90E13-F7EF-1456-83A1-F2CE5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AC81C-17BD-D1B7-14F7-827361DB6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3FC56-3FEF-5549-7834-568024F63D5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62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AD216-50C4-3BB1-105A-39608BD9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CA1D-39B5-8B4A-9EB7-C8093BB6D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30FF-1C9B-3015-D68B-28D9224E8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A3CEA-E7FB-CAB9-94A3-E611D11D86F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100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704</TotalTime>
  <Words>729</Words>
  <Application>Microsoft Office PowerPoint</Application>
  <PresentationFormat>Widescreen</PresentationFormat>
  <Paragraphs>94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22</cp:revision>
  <dcterms:created xsi:type="dcterms:W3CDTF">2026-03-28T14:25:03Z</dcterms:created>
  <dcterms:modified xsi:type="dcterms:W3CDTF">2026-03-29T12:20:26Z</dcterms:modified>
</cp:coreProperties>
</file>