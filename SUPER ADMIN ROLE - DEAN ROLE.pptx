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62" r:id="rId3"/>
    <p:sldId id="261" r:id="rId4"/>
    <p:sldId id="263" r:id="rId5"/>
    <p:sldId id="264" r:id="rId6"/>
    <p:sldId id="265" r:id="rId7"/>
    <p:sldId id="266" r:id="rId8"/>
    <p:sldId id="267" r:id="rId9"/>
    <p:sldId id="257" r:id="rId10"/>
    <p:sldId id="258" r:id="rId11"/>
    <p:sldId id="259" r:id="rId12"/>
    <p:sldId id="268" r:id="rId13"/>
    <p:sldId id="269" r:id="rId14"/>
    <p:sldId id="270" r:id="rId15"/>
    <p:sldId id="271" r:id="rId16"/>
    <p:sldId id="260" r:id="rId17"/>
  </p:sldIdLst>
  <p:sldSz cx="12192000" cy="6858000"/>
  <p:notesSz cx="6858000" cy="9144000"/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60"/>
  </p:normalViewPr>
  <p:slideViewPr>
    <p:cSldViewPr snapToGrid="0">
      <p:cViewPr varScale="1">
        <p:scale>
          <a:sx n="85" d="100"/>
          <a:sy n="85" d="100"/>
        </p:scale>
        <p:origin x="77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D0592F-6EDD-48D7-93D1-75ED60E966B1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A0AC69-8D9F-4B74-AF6C-0D95D0277DA2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862686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K" i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A0AC69-8D9F-4B74-AF6C-0D95D0277DA2}" type="slidenum">
              <a:rPr lang="en-PK" smtClean="0"/>
              <a:t>14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2187570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6C050-2591-8495-B880-59797FEECA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01ECAC-9738-2075-4829-E8FC296BE6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CD5267-6DAC-9783-5232-22F61EBA8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AE226F-7483-2822-A8E4-C9B1A767A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06978E-ADFE-A4C9-3FD0-9234F17D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258553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2BFC2-E8F6-10E3-7DFF-618E18FD6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94E0A-2CB9-7EB4-D4D2-13A3FE19B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FBFA2-8693-F63C-880F-A74C99B35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B2105B-C0A1-BC6C-798B-7CD1AA601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7D077F-617C-E6CD-C81B-A2466D13F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117701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7A30E-E02E-6259-5D81-048E01285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CA66AB-5AAA-6BC5-6528-CFADBC963A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FC25C8-131E-86EB-CA12-86901C974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A0E1A-B6B9-60B3-BE35-60EE8249D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AC30C6-1532-548F-37A4-2640C5FD8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631735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801-3A46-E4F8-1274-C2F03D089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3B6FF-97AC-B7F7-1F8B-4C659A27D8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799112-3ECB-91CD-392E-7DC7227D6A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4D9F5A-7094-4495-2CF2-8C6DB250F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4C4324-7094-C5E7-7FDF-8970A196F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CDD378-F42E-C70E-AD03-20A1910CA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8923277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C2557-C799-C709-ED32-FB571B6B2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E9B5A8-DDE8-A55B-DE74-733AE60F19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4D9A81-6ED1-8D13-509F-9F4BEA201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80B144-5199-8B1B-44D2-F0CF8D9927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56156C-7D0F-29BF-92D3-921EBD33D5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B775E7-5ADD-6DDB-0292-90F8B1B30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4A3D95-9EA3-5248-90FF-4BA454FEE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1A3480-C55D-A106-1C57-CA5F69FE7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09478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6A4B4-30A2-C51F-FC02-430A8154F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C5C31E-29F7-CF1B-CE37-7F13B75F3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5DD01F-81DD-400A-961A-E52602F0F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BEC690-C609-5E01-4BCF-458081D32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44481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0B6496-54AF-53A2-F68B-372D685F0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42E0C3-FE36-BF46-A705-C6BFEE085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EDA75-7493-5990-53AE-9E0BA1A9D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005981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03061-5E06-A5C5-DA18-09A2BA2A0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C9961-515F-85C2-2A04-0F26514D6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9D4132-9D46-B001-64BC-3F6EC4C075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30B48D-1E26-6551-FD8B-2F8CDDC7F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ADD1FC-FED2-4E91-3A2F-7B9794397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9F021-C824-C772-1369-581D3E597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4836560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2BCBA-DE3D-1B1B-97D1-371B34399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B7DAA01-34BF-7B76-75E8-02FF6F8706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C0FF58-85E7-1BB4-FD49-056459EFB3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ABC79F-29D5-59E7-7380-F539E857C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D4200B-810E-8BD7-83E0-955F3B378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4F2006-3A9D-08C0-7B40-009456F62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544720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73C09-7131-1428-1DDE-F5B534E14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E6E098-C79A-6B59-D0D8-0B32087898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C520D6-FC58-9156-3B7F-FCF0F91D2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F344A-FBE9-A3E5-963D-2E06BB2BD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C6B2F2-5DFE-0138-D60E-EC4F53E6F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712665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AB563D-34E4-7096-1147-CE9240F325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69C07C-D60F-B2F0-BB76-BA531C7F5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DE289E-2496-BB29-1831-67F6C4B27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52DF20-645B-B82F-5B44-626760852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FA5BC6-7E37-5611-6AE8-5A757B1EF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597012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7B2E96-CB33-5A54-F1C3-6887ED407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D6D5D3-D3B1-1098-84B5-146BE1EEBC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FB544-A635-7703-B08F-93710B6891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E05D75-E0CA-130B-393C-96E0E3FEAE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5E218F-05B9-8112-09ED-08E91D17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939720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https://fopps-uok.online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A8B98-5997-D273-5524-A2551DAF34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DEAN ACCESS ROLE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CE1F9A-EDE8-81AF-7B1D-2CA1702988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FOPPS ONLINE CLASS PORTAL</a:t>
            </a:r>
          </a:p>
          <a:p>
            <a:r>
              <a:rPr lang="en-US" dirty="0">
                <a:solidFill>
                  <a:schemeClr val="accent2"/>
                </a:solidFill>
                <a:hlinkClick r:id="rId2"/>
              </a:rPr>
              <a:t>https://fopps-uok.online/</a:t>
            </a:r>
            <a:r>
              <a:rPr lang="en-US" dirty="0">
                <a:solidFill>
                  <a:schemeClr val="accent2"/>
                </a:solidFill>
              </a:rPr>
              <a:t> </a:t>
            </a:r>
            <a:endParaRPr lang="en-PK" dirty="0">
              <a:solidFill>
                <a:schemeClr val="accent2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82F8B0-0570-FE5A-5F0E-4E541B2E7674}"/>
              </a:ext>
            </a:extLst>
          </p:cNvPr>
          <p:cNvSpPr txBox="1"/>
          <p:nvPr/>
        </p:nvSpPr>
        <p:spPr>
          <a:xfrm>
            <a:off x="146756" y="6096000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C484CBE2-A2C5-E4AC-AD2A-8AD0B789FF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7356" y="392668"/>
            <a:ext cx="2286000" cy="2000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2809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34547-9ECA-CA91-AB19-9E36D7DC2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FOPPS-UOK.ONLINE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994F887-9C0F-9A06-2056-C34334F103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396646"/>
            <a:ext cx="12039600" cy="49477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1C220E6-1800-F1E5-DC74-30545F0229E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2115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05639-7546-9407-8C22-169A616DB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LOGIN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06A6837-8D1C-50B0-896A-89330B2437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07378" y="270933"/>
            <a:ext cx="5944833" cy="6333067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94440B-F70A-5FF9-2205-8194C804D7C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Login page of Portal is Sign-In Access</a:t>
            </a:r>
          </a:p>
          <a:p>
            <a:endParaRPr lang="en-US" dirty="0"/>
          </a:p>
          <a:p>
            <a:r>
              <a:rPr lang="en-US" dirty="0"/>
              <a:t>Login to Portal to access by inserting:</a:t>
            </a:r>
          </a:p>
          <a:p>
            <a:r>
              <a:rPr lang="en-US" b="1" dirty="0"/>
              <a:t>Email Address</a:t>
            </a:r>
          </a:p>
          <a:p>
            <a:r>
              <a:rPr lang="en-US" b="1" dirty="0"/>
              <a:t>Password</a:t>
            </a:r>
          </a:p>
          <a:p>
            <a:endParaRPr lang="en-US" dirty="0"/>
          </a:p>
          <a:p>
            <a:r>
              <a:rPr lang="en-US" dirty="0"/>
              <a:t>Click Sign In to get access</a:t>
            </a:r>
          </a:p>
          <a:p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26007792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627F3-47A4-3FD2-419D-B9D29DAD5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FA9E7-73B0-4568-061E-731E7D349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Reset Password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5A7565-A8AE-37FF-783B-8B8D9262A2C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confirmation message shown  on screen for Password Link Sent to the respective Email Address</a:t>
            </a:r>
          </a:p>
          <a:p>
            <a:endParaRPr lang="en-P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B36F299-0C13-AB5D-F11D-35F6148424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61D4C5-B918-DF84-BDA7-FBD9A0F94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6133" y="0"/>
            <a:ext cx="7055556" cy="637822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45D980-CD75-838B-D401-8DB7D98C814C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37347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21301-B623-B8F8-C40B-8C24E9D97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0CAE0-7B01-10E1-2162-0A5605C9C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Email Received for Reset Link</a:t>
            </a:r>
            <a:endParaRPr lang="en-PK" dirty="0">
              <a:solidFill>
                <a:srgbClr val="0070C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0549EC-D42B-05E1-0319-9A3D831704BC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D48F520-9E03-C310-D022-34550E53A6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75371"/>
            <a:ext cx="8725101" cy="3307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6603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E9811-B767-D58E-7C0F-5951ACC4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4ED0D-7A7C-0D98-B7C6-1DBB93031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Reset Password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345E06-DEED-D8B6-6179-FF6EF2F0119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You will choose new password.</a:t>
            </a:r>
          </a:p>
          <a:p>
            <a:endParaRPr lang="en-P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1C36F93-F27F-8E69-8E1C-6F4A903F7B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805266-21D8-C692-4D37-F9D08D86ED22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90707B-CBE8-A0CB-96E6-D1701C35D3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4985" y="0"/>
            <a:ext cx="6637726" cy="6261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684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6B399-AC1C-5E1D-5927-0A7A63E8E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0E369-BFA4-3DAA-406F-AF0C219CA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Reset Password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7C57E4-B7DB-9435-8DDF-E9C7EEF67FCA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Confirmation on Screen about Password changed.</a:t>
            </a:r>
          </a:p>
          <a:p>
            <a:r>
              <a:rPr lang="en-US" dirty="0"/>
              <a:t>You will login with New Password.</a:t>
            </a:r>
          </a:p>
          <a:p>
            <a:endParaRPr lang="en-PK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6D23433-85D2-3302-9C2C-56FF1843BC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97600" y="626181"/>
            <a:ext cx="4865511" cy="569559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8CE0525-2852-079A-A795-5141E481C4BB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33511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693D1-D021-A8FE-1242-0BEB81A24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CDC89C-7D86-72DB-394F-52C352F81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LOGIN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ADD5F89-AB4C-6670-75D3-DE32207E79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07378" y="270933"/>
            <a:ext cx="5944833" cy="6333067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707A09-7CB4-4B34-4643-919D09C3AA4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Login page of Portal is Sign-In Access</a:t>
            </a:r>
          </a:p>
          <a:p>
            <a:endParaRPr lang="en-US" dirty="0"/>
          </a:p>
          <a:p>
            <a:r>
              <a:rPr lang="en-US" dirty="0"/>
              <a:t>Login to Portal to access by inserting:</a:t>
            </a:r>
          </a:p>
          <a:p>
            <a:r>
              <a:rPr lang="en-US" b="1" dirty="0"/>
              <a:t>Email Address</a:t>
            </a:r>
          </a:p>
          <a:p>
            <a:r>
              <a:rPr lang="en-US" b="1" dirty="0"/>
              <a:t>Password</a:t>
            </a:r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Click Sign In with new password to get access</a:t>
            </a:r>
          </a:p>
          <a:p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8519965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34547-9ECA-CA91-AB19-9E36D7DC2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544F2-8813-DD1E-DE98-62C9EB1C4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C220E6-1800-F1E5-DC74-30545F0229E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E7E044-B92B-FE5B-5716-B365E2EE64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40003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6810F9D-D1E7-F720-1327-3AA66B99283A}"/>
              </a:ext>
            </a:extLst>
          </p:cNvPr>
          <p:cNvSpPr txBox="1"/>
          <p:nvPr/>
        </p:nvSpPr>
        <p:spPr>
          <a:xfrm>
            <a:off x="1941689" y="4312356"/>
            <a:ext cx="61637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This is Dean (Super Admin) Access Dashboard and Dean has complete access of all Departments, Faculty Members, Courses and Students.</a:t>
            </a:r>
            <a:r>
              <a:rPr lang="en-US" dirty="0"/>
              <a:t> </a:t>
            </a:r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39502290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CCF33-EBDC-EFCA-3651-9B5809E8C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ACBAA-6685-11AE-B969-CAB25E0A2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456A63-4A11-9D1D-30C1-D496CC83C6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C819DA-522B-2A13-944F-626853BC3536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2FE8D5-3363-053D-1532-28E35E053D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3575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8D940F8-F89E-7673-A2D7-0815E7A9D059}"/>
              </a:ext>
            </a:extLst>
          </p:cNvPr>
          <p:cNvSpPr txBox="1"/>
          <p:nvPr/>
        </p:nvSpPr>
        <p:spPr>
          <a:xfrm>
            <a:off x="8771466" y="4001294"/>
            <a:ext cx="3183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Dean can Change HOD of Any department by click Edit Button</a:t>
            </a:r>
            <a:endParaRPr lang="en-PK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73025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2339E-8BAC-FC16-27CC-9125F2519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E2C35-CDBA-4D1E-3CB7-FE3D07CD8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A6624-A255-A435-ED63-54FCC59CA2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21F8C2-020A-DF89-1D85-99BF516ECF41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C06891B-B370-44A4-F58F-13D4144C2B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400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CA098C6-35DD-695A-9B18-D6B2A1D5B6B4}"/>
              </a:ext>
            </a:extLst>
          </p:cNvPr>
          <p:cNvSpPr txBox="1"/>
          <p:nvPr/>
        </p:nvSpPr>
        <p:spPr>
          <a:xfrm>
            <a:off x="5853289" y="4001294"/>
            <a:ext cx="61863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DEAN (ADMIN) CAN SET COURSES ACTIVE AS PER SEMESTER AND ALSO INDIVIDUAL COURSE.</a:t>
            </a:r>
          </a:p>
          <a:p>
            <a:r>
              <a:rPr lang="en-US" b="1" dirty="0">
                <a:solidFill>
                  <a:srgbClr val="FF0000"/>
                </a:solidFill>
              </a:rPr>
              <a:t>MANAGE ALL COURSES AND ALSO ADD NEW COURSES TOO</a:t>
            </a:r>
            <a:endParaRPr lang="en-PK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58981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FC18F-3B32-D7EF-4416-67DB61DCC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DDEF8-270B-0B21-E3DF-3F46323F11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112" y="457200"/>
            <a:ext cx="4376914" cy="1600200"/>
          </a:xfrm>
        </p:spPr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Manager Course Material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4AA340-BF76-7D39-AC56-C585CFE37C0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Admin / Faculty (Teacher) can manage Course Content:</a:t>
            </a:r>
          </a:p>
          <a:p>
            <a:pPr marL="285750" indent="-285750">
              <a:buFontTx/>
              <a:buChar char="-"/>
            </a:pPr>
            <a:r>
              <a:rPr lang="en-US" dirty="0"/>
              <a:t>Add Any Document </a:t>
            </a:r>
          </a:p>
          <a:p>
            <a:pPr marL="285750" indent="-285750">
              <a:buFontTx/>
              <a:buChar char="-"/>
            </a:pPr>
            <a:r>
              <a:rPr lang="en-US" dirty="0"/>
              <a:t>Add any Image </a:t>
            </a:r>
          </a:p>
          <a:p>
            <a:pPr marL="285750" indent="-285750">
              <a:buFontTx/>
              <a:buChar char="-"/>
            </a:pPr>
            <a:r>
              <a:rPr lang="en-US" dirty="0"/>
              <a:t>Add YouTube Video</a:t>
            </a:r>
          </a:p>
          <a:p>
            <a:pPr marL="285750" indent="-285750">
              <a:buFontTx/>
              <a:buChar char="-"/>
            </a:pPr>
            <a:r>
              <a:rPr lang="en-US" dirty="0"/>
              <a:t>Add Video after uploading on Google Drive and share Link here</a:t>
            </a:r>
          </a:p>
          <a:p>
            <a:pPr marL="285750" indent="-285750">
              <a:buFontTx/>
              <a:buChar char="-"/>
            </a:pPr>
            <a:r>
              <a:rPr lang="en-US" dirty="0"/>
              <a:t>Add </a:t>
            </a:r>
            <a:r>
              <a:rPr lang="en-US" b="1" dirty="0">
                <a:solidFill>
                  <a:srgbClr val="FF0000"/>
                </a:solidFill>
              </a:rPr>
              <a:t>Scheduled Lecture</a:t>
            </a:r>
            <a:r>
              <a:rPr lang="en-US" dirty="0"/>
              <a:t> by uploading Video Lecture on Google Drive and share Link here</a:t>
            </a:r>
            <a:endParaRPr lang="en-P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123E6C1-2D8A-F5FC-1C1D-12072E0324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66FB67-EE8B-62C5-E7B2-934FECE8BF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3187" y="-4764"/>
            <a:ext cx="6331480" cy="649343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CDF46B3-4465-6E17-B298-DCB7CB2D27E4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92156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6F889-19D2-7599-F698-804676332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E5550-B204-1408-B380-CF2F2C525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112" y="457200"/>
            <a:ext cx="4376914" cy="1600200"/>
          </a:xfrm>
        </p:spPr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Assignment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2E2F24-CC6C-0EF2-40D2-06A745C72D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5488" y="2057400"/>
            <a:ext cx="3932237" cy="3811588"/>
          </a:xfrm>
        </p:spPr>
        <p:txBody>
          <a:bodyPr/>
          <a:lstStyle/>
          <a:p>
            <a:r>
              <a:rPr lang="en-US" dirty="0"/>
              <a:t>Dean / Faculty (Teacher) can add any assignment of their course.</a:t>
            </a:r>
          </a:p>
          <a:p>
            <a:endParaRPr lang="en-US" dirty="0"/>
          </a:p>
          <a:p>
            <a:r>
              <a:rPr lang="en-US" dirty="0"/>
              <a:t>Option is available within Manage Material</a:t>
            </a:r>
          </a:p>
          <a:p>
            <a:endParaRPr lang="en-US" dirty="0"/>
          </a:p>
          <a:p>
            <a:r>
              <a:rPr lang="en-US" dirty="0"/>
              <a:t>Submission also showing </a:t>
            </a:r>
            <a:r>
              <a:rPr lang="en-US" dirty="0" err="1"/>
              <a:t>alongwith</a:t>
            </a:r>
            <a:r>
              <a:rPr lang="en-US" dirty="0"/>
              <a:t> assignment posted </a:t>
            </a:r>
            <a:endParaRPr lang="en-PK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04DCB55-EEE0-27C5-318F-5BA58AFBAF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98206" y="140758"/>
            <a:ext cx="5306772" cy="62261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D56C92C-6B61-9005-5663-F20FEC631D82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16213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5D15A-CA06-A474-77E1-28F186F1D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D5686-C278-7EB7-9311-FBDDC4A395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112" y="457200"/>
            <a:ext cx="4376914" cy="1600200"/>
          </a:xfrm>
        </p:spPr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Quiz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8DAA50-7C25-E903-18F6-FB8684BAF07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Dean / Faculty (Teacher) can add Quiz for their Course.</a:t>
            </a:r>
          </a:p>
          <a:p>
            <a:r>
              <a:rPr lang="en-US" dirty="0"/>
              <a:t>The Course result will be autogenerated and will be available in Quiz and Report Section.</a:t>
            </a:r>
          </a:p>
          <a:p>
            <a:endParaRPr lang="en-US" dirty="0"/>
          </a:p>
          <a:p>
            <a:r>
              <a:rPr lang="en-US" dirty="0"/>
              <a:t>The Quiz is time based and is from start date/time to end date/time</a:t>
            </a:r>
          </a:p>
          <a:p>
            <a:endParaRPr lang="en-US" dirty="0"/>
          </a:p>
          <a:p>
            <a:r>
              <a:rPr lang="en-US" dirty="0"/>
              <a:t>The Quiz is of certain marks and Admin/Faculty (Teacher) also set passing percentage</a:t>
            </a:r>
            <a:endParaRPr lang="en-PK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6DB1A4D-63E8-1380-74BD-94AD69579B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246095" y="457200"/>
            <a:ext cx="5020216" cy="60314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EF27E48-08F4-C448-4F4F-26B28AB8E9EF}"/>
              </a:ext>
            </a:extLst>
          </p:cNvPr>
          <p:cNvSpPr txBox="1"/>
          <p:nvPr/>
        </p:nvSpPr>
        <p:spPr>
          <a:xfrm>
            <a:off x="304800" y="6866846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98957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31DE1C-03B3-90EE-4D90-EC5C56525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4D1DA-D842-8088-629C-5FF10E874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112" y="457200"/>
            <a:ext cx="4376914" cy="1600200"/>
          </a:xfrm>
        </p:spPr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Manager Course Material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C436DF-4F89-23C8-E9D8-EAC0464B9F0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Login page of Portal is Sign-In Access</a:t>
            </a:r>
          </a:p>
          <a:p>
            <a:endParaRPr lang="en-US" dirty="0"/>
          </a:p>
          <a:p>
            <a:r>
              <a:rPr lang="en-US" dirty="0"/>
              <a:t>Login to Portal to access by inserting:</a:t>
            </a:r>
          </a:p>
          <a:p>
            <a:r>
              <a:rPr lang="en-US" b="1" dirty="0"/>
              <a:t>Email Address</a:t>
            </a:r>
          </a:p>
          <a:p>
            <a:r>
              <a:rPr lang="en-US" b="1" dirty="0"/>
              <a:t>Password</a:t>
            </a:r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Click Sign In with new password to get access</a:t>
            </a:r>
          </a:p>
          <a:p>
            <a:endParaRPr lang="en-P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D9EA833-0F89-FF68-B36D-3B8D94EAE1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473922-33A9-0A3D-E74B-E4871C19B035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39754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78392-D9D5-CDE8-7220-EAC66C296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96DB1-0122-FD08-EE81-700B4290A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109D7B-0C57-1242-7E0F-0968CA64C5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7DFE4-2427-51E7-316F-DAA32FF1A710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1634772-FF00-F901-61C7-74218AA441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400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42835E5-13B6-4D44-ECEF-6ECAA5FDB8E5}"/>
              </a:ext>
            </a:extLst>
          </p:cNvPr>
          <p:cNvSpPr txBox="1"/>
          <p:nvPr/>
        </p:nvSpPr>
        <p:spPr>
          <a:xfrm>
            <a:off x="2506133" y="3883378"/>
            <a:ext cx="81505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Admin and Dean Office (Sub-Admin) be able to Access Enrollment Section and can Allow Student to Access Portal after Approve the Account.</a:t>
            </a:r>
            <a:endParaRPr lang="en-PK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38662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470</TotalTime>
  <Words>489</Words>
  <Application>Microsoft Office PowerPoint</Application>
  <PresentationFormat>Widescreen</PresentationFormat>
  <Paragraphs>76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Office Theme</vt:lpstr>
      <vt:lpstr>DEAN ACCESS ROLE</vt:lpstr>
      <vt:lpstr>FOPPS-UOK.ONLINE PAGE</vt:lpstr>
      <vt:lpstr>LOGIN PAGE</vt:lpstr>
      <vt:lpstr>Reset Password</vt:lpstr>
      <vt:lpstr>Email Received for Reset Link</vt:lpstr>
      <vt:lpstr>Reset Password</vt:lpstr>
      <vt:lpstr>Reset Password</vt:lpstr>
      <vt:lpstr>LOGIN PAGE</vt:lpstr>
      <vt:lpstr>PowerPoint Presentation</vt:lpstr>
      <vt:lpstr>PowerPoint Presentation</vt:lpstr>
      <vt:lpstr>PowerPoint Presentation</vt:lpstr>
      <vt:lpstr>Manager Course Material</vt:lpstr>
      <vt:lpstr>Assignment</vt:lpstr>
      <vt:lpstr>Quiz</vt:lpstr>
      <vt:lpstr>Manager Course Material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softsols2025@hotmail.com</dc:creator>
  <cp:lastModifiedBy>softsols2025@hotmail.com</cp:lastModifiedBy>
  <cp:revision>15</cp:revision>
  <dcterms:created xsi:type="dcterms:W3CDTF">2026-03-28T14:25:03Z</dcterms:created>
  <dcterms:modified xsi:type="dcterms:W3CDTF">2026-03-29T08:27:03Z</dcterms:modified>
</cp:coreProperties>
</file>