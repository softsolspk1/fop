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62" r:id="rId3"/>
    <p:sldId id="261" r:id="rId4"/>
    <p:sldId id="263" r:id="rId5"/>
    <p:sldId id="264" r:id="rId6"/>
    <p:sldId id="265" r:id="rId7"/>
    <p:sldId id="266" r:id="rId8"/>
    <p:sldId id="267" r:id="rId9"/>
    <p:sldId id="257" r:id="rId10"/>
    <p:sldId id="258" r:id="rId11"/>
    <p:sldId id="259" r:id="rId12"/>
    <p:sldId id="268" r:id="rId13"/>
    <p:sldId id="269" r:id="rId14"/>
    <p:sldId id="270" r:id="rId15"/>
    <p:sldId id="260" r:id="rId16"/>
    <p:sldId id="272" r:id="rId17"/>
    <p:sldId id="273" r:id="rId18"/>
    <p:sldId id="274" r:id="rId19"/>
    <p:sldId id="275" r:id="rId20"/>
    <p:sldId id="285" r:id="rId21"/>
    <p:sldId id="271" r:id="rId22"/>
    <p:sldId id="28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0592F-6EDD-48D7-93D1-75ED60E966B1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0AC69-8D9F-4B74-AF6C-0D95D0277DA2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62686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18757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18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108429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You will choose new password.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693D1-D021-A8FE-1242-0BEB81A24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DC89C-7D86-72DB-394F-52C352F8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ADD5F89-AB4C-6670-75D3-DE32207E7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707A09-7CB4-4B34-4643-919D09C3A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85199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810F9D-D1E7-F720-1327-3AA66B99283A}"/>
              </a:ext>
            </a:extLst>
          </p:cNvPr>
          <p:cNvSpPr txBox="1"/>
          <p:nvPr/>
        </p:nvSpPr>
        <p:spPr>
          <a:xfrm>
            <a:off x="1941689" y="4312356"/>
            <a:ext cx="6163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Dean (Super Admin) Access Dashboard and Dean has complete access of all Departments, Faculty Members, Courses and Students.</a:t>
            </a:r>
            <a:r>
              <a:rPr lang="en-US" dirty="0"/>
              <a:t>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FE8D5-3363-053D-1532-28E35E05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57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940F8-F89E-7673-A2D7-0815E7A9D059}"/>
              </a:ext>
            </a:extLst>
          </p:cNvPr>
          <p:cNvSpPr txBox="1"/>
          <p:nvPr/>
        </p:nvSpPr>
        <p:spPr>
          <a:xfrm>
            <a:off x="8771466" y="4001294"/>
            <a:ext cx="3183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can Change HOD of Any department by click Edit Button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06891B-B370-44A4-F58F-13D4144C2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A098C6-35DD-695A-9B18-D6B2A1D5B6B4}"/>
              </a:ext>
            </a:extLst>
          </p:cNvPr>
          <p:cNvSpPr txBox="1"/>
          <p:nvPr/>
        </p:nvSpPr>
        <p:spPr>
          <a:xfrm>
            <a:off x="5853289" y="4001294"/>
            <a:ext cx="61863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(ADMIN) CAN SET COURSES ACTIVE AS PER SEMESTER AND ALSO INDIVIDUAL COURSE.</a:t>
            </a:r>
          </a:p>
          <a:p>
            <a:r>
              <a:rPr lang="en-US" b="1" dirty="0">
                <a:solidFill>
                  <a:srgbClr val="FF0000"/>
                </a:solidFill>
              </a:rPr>
              <a:t>MANAGE ALL COURSES AND ALSO ADD NEW COURSES TOO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FC18F-3B32-D7EF-4416-67DB61DC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DDEF8-270B-0B21-E3DF-3F46323F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AA340-BF76-7D39-AC56-C585CFE37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Admin / Faculty (Teacher) can manage Course Content: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Document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Image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YouTube Video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Video after uploading on Google Drive and share Link here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</a:t>
            </a:r>
            <a:r>
              <a:rPr lang="en-US" b="1" dirty="0">
                <a:solidFill>
                  <a:srgbClr val="FF0000"/>
                </a:solidFill>
              </a:rPr>
              <a:t>Scheduled Lecture</a:t>
            </a:r>
            <a:r>
              <a:rPr lang="en-US" dirty="0"/>
              <a:t> by uploading Video Lecture on Google Drive and share Link here</a:t>
            </a:r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23E6C1-2D8A-F5FC-1C1D-12072E03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66FB67-EE8B-62C5-E7B2-934FECE8B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87" y="-4764"/>
            <a:ext cx="6331480" cy="6493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F46B3-4465-6E17-B298-DCB7CB2D27E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215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6F889-19D2-7599-F698-80467633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5550-B204-1408-B380-CF2F2C525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Assignment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E2F24-CC6C-0EF2-40D2-06A745C72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5488" y="2057400"/>
            <a:ext cx="3932237" cy="3811588"/>
          </a:xfrm>
        </p:spPr>
        <p:txBody>
          <a:bodyPr/>
          <a:lstStyle/>
          <a:p>
            <a:r>
              <a:rPr lang="en-US" dirty="0"/>
              <a:t>Dean / Faculty (Teacher) can add any assignment of their course.</a:t>
            </a:r>
          </a:p>
          <a:p>
            <a:endParaRPr lang="en-US" dirty="0"/>
          </a:p>
          <a:p>
            <a:r>
              <a:rPr lang="en-US" dirty="0"/>
              <a:t>Option is available within Manage Material</a:t>
            </a:r>
          </a:p>
          <a:p>
            <a:endParaRPr lang="en-US" dirty="0"/>
          </a:p>
          <a:p>
            <a:r>
              <a:rPr lang="en-US" dirty="0"/>
              <a:t>Submission also showing </a:t>
            </a:r>
            <a:r>
              <a:rPr lang="en-US" dirty="0" err="1"/>
              <a:t>alongwith</a:t>
            </a:r>
            <a:r>
              <a:rPr lang="en-US" dirty="0"/>
              <a:t> assignment posted 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04DCB55-EEE0-27C5-318F-5BA58AFBAF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98206" y="140758"/>
            <a:ext cx="5306772" cy="62261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56C92C-6B61-9005-5663-F20FEC631D8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621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5D15A-CA06-A474-77E1-28F186F1D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D5686-C278-7EB7-9311-FBDDC4A39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Quiz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AA50-7C25-E903-18F6-FB8684BAF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Dean / Faculty (Teacher) can add Quiz for their Course.</a:t>
            </a:r>
          </a:p>
          <a:p>
            <a:r>
              <a:rPr lang="en-US" dirty="0"/>
              <a:t>The Course result will be autogenerated and will be available in Quiz and Report Section.</a:t>
            </a:r>
          </a:p>
          <a:p>
            <a:endParaRPr lang="en-US" dirty="0"/>
          </a:p>
          <a:p>
            <a:r>
              <a:rPr lang="en-US" dirty="0"/>
              <a:t>The Quiz is time based and is from start date/time to end date/time</a:t>
            </a:r>
          </a:p>
          <a:p>
            <a:endParaRPr lang="en-US" dirty="0"/>
          </a:p>
          <a:p>
            <a:r>
              <a:rPr lang="en-US" dirty="0"/>
              <a:t>The Quiz is of certain marks and Admin/Faculty (Teacher) also set passing percentage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6DB1A4D-63E8-1380-74BD-94AD69579B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46095" y="457200"/>
            <a:ext cx="5020216" cy="60314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F27E48-08F4-C448-4F4F-26B28AB8E9EF}"/>
              </a:ext>
            </a:extLst>
          </p:cNvPr>
          <p:cNvSpPr txBox="1"/>
          <p:nvPr/>
        </p:nvSpPr>
        <p:spPr>
          <a:xfrm>
            <a:off x="304800" y="6866846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895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634772-FF00-F901-61C7-74218AA44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2835E5-13B6-4D44-ECEF-6ECAA5FDB8E5}"/>
              </a:ext>
            </a:extLst>
          </p:cNvPr>
          <p:cNvSpPr txBox="1"/>
          <p:nvPr/>
        </p:nvSpPr>
        <p:spPr>
          <a:xfrm>
            <a:off x="2506133" y="3883378"/>
            <a:ext cx="815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Admin and Dean Office (Sub-Admin) be able to Access Enrollment Section and can Allow Student to Access Portal after Approve the Account.</a:t>
            </a:r>
            <a:endParaRPr lang="en-PK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88D29-524E-9030-DDF9-2FFBFB94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430A-9B0F-D826-8B17-198B41B9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B506-1C06-0EC6-7279-1083653D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89A75D-8D27-03FF-9B3B-4F371BF90BC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FCBF52-5753-10B4-5522-7C642C947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3104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704BFE-ED11-DC85-CF4F-7A1E80A7DC7A}"/>
              </a:ext>
            </a:extLst>
          </p:cNvPr>
          <p:cNvSpPr txBox="1"/>
          <p:nvPr/>
        </p:nvSpPr>
        <p:spPr>
          <a:xfrm>
            <a:off x="4752622" y="2585156"/>
            <a:ext cx="52944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1:1 CHAT / MESSENGER between Faculty Members (Teachers), HODs, Dean Office and Dean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Any Member will send message to other.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100% Encrypted chat</a:t>
            </a:r>
            <a:endParaRPr lang="en-PK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948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AA6B0-EA62-B8D9-8F4B-172F4765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2A8D-D636-1277-EDFA-23D14389C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E47A1-F6C3-36E9-C876-936D3582C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C7E35E-6DD7-E97D-C057-8FC8E3849A1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E0B199-697B-C23C-2F09-AC7CF64CC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780"/>
            <a:ext cx="12192000" cy="62418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380240-E81A-BE02-3418-E6B78A0E0B59}"/>
              </a:ext>
            </a:extLst>
          </p:cNvPr>
          <p:cNvSpPr txBox="1"/>
          <p:nvPr/>
        </p:nvSpPr>
        <p:spPr>
          <a:xfrm>
            <a:off x="7382933" y="3429000"/>
            <a:ext cx="43462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Live Classes Page showing Schedule Lectured within any Course by Admin / Teacher and also Live Session created in this Page.</a:t>
            </a:r>
            <a:endParaRPr lang="en-PK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446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46CC1-3EEE-232A-97DB-FDE4C5C1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4813-3D9C-C967-DC29-4AD96016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C792-BEAC-10DB-D9C5-1A1AF109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8232D-3758-F081-79C7-76848A9D49C7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1BE073-F22C-1ECE-0574-592AB4604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31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56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54DB-ADA3-B7BE-4C31-7D082AB7B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76479-9A84-D6EA-14FD-C38201841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52420-4189-3275-0B03-096F7A560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7E4356-78CB-9D4C-4101-1CD06109856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016C9-7696-20EC-D719-AE9FE34C5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493530" cy="61769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4936C1-A9CF-9D0A-1E8E-2B2C9E926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530" y="0"/>
            <a:ext cx="4698470" cy="61769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977849-CE9E-AE25-2E72-0ED334499FBE}"/>
              </a:ext>
            </a:extLst>
          </p:cNvPr>
          <p:cNvSpPr txBox="1"/>
          <p:nvPr/>
        </p:nvSpPr>
        <p:spPr>
          <a:xfrm>
            <a:off x="688622" y="5159022"/>
            <a:ext cx="59667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Dean (Admin) and Sub-Admin (Dean Office) will send any kind of notification to Faculty Members and Students.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Also send selected message.</a:t>
            </a:r>
            <a:endParaRPr lang="en-PK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4159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8DD3-5E18-AA42-0926-509EBDC3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85ADD-97A9-323B-38E9-EB0F2A2B1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00411-5327-01CA-9759-C503554DB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0DBB94-A7F1-0908-C6CA-812FCAA1CB1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7AD79F-F674-6999-8751-67C8E8CEA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176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DBF171-DAFA-60D2-ACD8-119BDE2819BD}"/>
              </a:ext>
            </a:extLst>
          </p:cNvPr>
          <p:cNvSpPr txBox="1"/>
          <p:nvPr/>
        </p:nvSpPr>
        <p:spPr>
          <a:xfrm>
            <a:off x="3183467" y="3905956"/>
            <a:ext cx="6310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In Result Page, Teacher, HOD and Admin will be able to Post and Access Result of any Subject which will be viewable to higher </a:t>
            </a:r>
            <a:r>
              <a:rPr lang="en-US" b="1" dirty="0" err="1">
                <a:solidFill>
                  <a:srgbClr val="FF0000"/>
                </a:solidFill>
              </a:rPr>
              <a:t>hirerchy</a:t>
            </a:r>
            <a:r>
              <a:rPr lang="en-US" b="1" dirty="0">
                <a:solidFill>
                  <a:srgbClr val="FF0000"/>
                </a:solidFill>
              </a:rPr>
              <a:t>.</a:t>
            </a:r>
          </a:p>
          <a:p>
            <a:r>
              <a:rPr lang="en-US" b="1" dirty="0">
                <a:solidFill>
                  <a:srgbClr val="FF0000"/>
                </a:solidFill>
              </a:rPr>
              <a:t>Like any Teacher post Result then it will be viewable to respective HOD and Dean.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907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A152D-5B34-3F9A-AF64-72CEFEF06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154D9-37A3-1FFB-D4F0-070CC327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29319-F0A7-21BA-41BE-BEB40DA22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565390-5C24-CAE4-E92E-9F3FCE8366A5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E91497-74AB-C859-CAC4-609EBB3D3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276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857F7E-8077-3723-8DB7-240ADF0280AA}"/>
              </a:ext>
            </a:extLst>
          </p:cNvPr>
          <p:cNvSpPr txBox="1"/>
          <p:nvPr/>
        </p:nvSpPr>
        <p:spPr>
          <a:xfrm>
            <a:off x="3149600" y="4301067"/>
            <a:ext cx="6739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Office (Sub-Admin) and Dean (Admin) able to add Examination Date Sheet and Exam Results will be added by respective Teacher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63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28CEC-B39E-5887-06DF-A3A7BC89B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D4E10-CF2E-EBA3-5BFD-411E6D14B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0FBDC-596F-56E7-2BC8-9F070F7B0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D3557-C7DC-0B07-9832-ECC114F8129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DD3AEE-CD37-6ADB-B5E2-EC399E20E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985"/>
            <a:ext cx="12192000" cy="60209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9B2BDA-1DB4-4C9C-D1FD-C995DBB7DACA}"/>
              </a:ext>
            </a:extLst>
          </p:cNvPr>
          <p:cNvSpPr txBox="1"/>
          <p:nvPr/>
        </p:nvSpPr>
        <p:spPr>
          <a:xfrm>
            <a:off x="8669867" y="2585156"/>
            <a:ext cx="294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Semester Wise Time Table will be added by Dean Office and Department Head and also by Dean (Admin)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657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06EE6-8F80-90D0-A71C-813E0F78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D4873-4B1F-2597-CC48-B88363BDF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DEAN OFFICE (SUB-ADMIN) ACCESS</a:t>
            </a:r>
            <a:endParaRPr lang="en-PK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141CE-794C-294B-994E-DD9F78C43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Dean Office Access Credentials are as follows:</a:t>
            </a:r>
          </a:p>
          <a:p>
            <a:pPr marL="0" indent="0">
              <a:buNone/>
            </a:pPr>
            <a:r>
              <a:rPr lang="en-US" dirty="0"/>
              <a:t>Email: office@uok.edu.pk </a:t>
            </a:r>
          </a:p>
          <a:p>
            <a:pPr marL="0" indent="0">
              <a:buNone/>
            </a:pPr>
            <a:r>
              <a:rPr lang="en-US" dirty="0"/>
              <a:t>Password: 123456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Dean Office able to:</a:t>
            </a:r>
          </a:p>
          <a:p>
            <a:r>
              <a:rPr lang="en-US" dirty="0"/>
              <a:t>APPROVE Student’s Account.</a:t>
            </a:r>
          </a:p>
          <a:p>
            <a:r>
              <a:rPr lang="en-US" dirty="0"/>
              <a:t>Add Time Table, Exams Sheet, Results and also send notification</a:t>
            </a:r>
            <a:endParaRPr lang="en-P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80B46-BE65-315D-1644-32F1C7A9289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304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E689E-B663-6FF1-F322-BD2B82E5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9784-20F1-C71D-3B74-3F5FEE2AD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3DFDC-DB58-91F3-1027-17572604D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798EF-2731-7C06-87CD-E17F5E6EEF1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40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10E7A-800C-0637-6C1E-1CF9EBD9C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9EA67-62AB-45D8-4D3D-F0778D422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5F787-AC9E-D0C4-FEFB-6E92A42F3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5C527-6EE0-8885-6A2A-EDFE1867EF6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400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60F1C-5A46-1C47-DFA8-F75A6F5BA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EB5F9-1CBA-BCDD-E20D-2B4EB51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223A0-C882-E190-FC04-3B4669DE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F841AD-58DF-60B1-7769-88531D3094D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017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EE3B-F4FB-2E10-2AA3-E80A913BB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30AB6-BC94-BA02-84D5-2CED395B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3503B-1A5F-E5D1-8222-FB6975B5A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CDEE3D-B3B3-480D-53EB-5C40A0B0197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6732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C9143-941C-458E-6559-70E33C49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90E13-F7EF-1456-83A1-F2CE5A067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AC81C-17BD-D1B7-14F7-827361DB6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F3FC56-3FEF-5549-7834-568024F63D5F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62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AD216-50C4-3BB1-105A-39608BD9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CA1D-39B5-8B4A-9EB7-C8093BB6D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030FF-1C9B-3015-D68B-28D9224E8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EA3CEA-E7FB-CAB9-94A3-E611D11D86FD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100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</TotalTime>
  <Words>776</Words>
  <Application>Microsoft Office PowerPoint</Application>
  <PresentationFormat>Widescreen</PresentationFormat>
  <Paragraphs>102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Reset Password</vt:lpstr>
      <vt:lpstr>Email Received for Reset Link</vt:lpstr>
      <vt:lpstr>Reset Password</vt:lpstr>
      <vt:lpstr>Reset Password</vt:lpstr>
      <vt:lpstr>LOGIN PAGE</vt:lpstr>
      <vt:lpstr>PowerPoint Presentation</vt:lpstr>
      <vt:lpstr>PowerPoint Presentation</vt:lpstr>
      <vt:lpstr>PowerPoint Presentation</vt:lpstr>
      <vt:lpstr>Manager Course Material</vt:lpstr>
      <vt:lpstr>Assignment</vt:lpstr>
      <vt:lpstr>Quiz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DEAN OFFICE (SUB-ADMIN) ACCESS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23</cp:revision>
  <dcterms:created xsi:type="dcterms:W3CDTF">2026-03-28T14:25:03Z</dcterms:created>
  <dcterms:modified xsi:type="dcterms:W3CDTF">2026-03-29T15:57:39Z</dcterms:modified>
</cp:coreProperties>
</file>