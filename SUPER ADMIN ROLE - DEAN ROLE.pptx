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1" r:id="rId4"/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DEAN ACCESS ROLE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115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544F2-8813-DD1E-DE98-62C9EB1C4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E7E044-B92B-FE5B-5716-B365E2EE6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CCF33-EBDC-EFCA-3651-9B5809E8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ACBAA-6685-11AE-B969-CAB25E0A2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56A63-4A11-9D1D-30C1-D496CC83C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C819DA-522B-2A13-944F-626853BC353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302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2339E-8BAC-FC16-27CC-9125F2519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E2C35-CDBA-4D1E-3CB7-FE3D07CD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A6624-A255-A435-ED63-54FCC59CA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21F8C2-020A-DF89-1D85-99BF516ECF41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5898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8392-D9D5-CDE8-7220-EAC66C296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96DB1-0122-FD08-EE81-700B4290A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09D7B-0C57-1242-7E0F-0968CA64C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7DFE4-2427-51E7-316F-DAA32FF1A71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866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92</Words>
  <Application>Microsoft Office PowerPoint</Application>
  <PresentationFormat>Widescreen</PresentationFormat>
  <Paragraphs>18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DEAN ACCESS ROLE</vt:lpstr>
      <vt:lpstr>FOPPS-UOK.ONLINE PAGE</vt:lpstr>
      <vt:lpstr>LOGIN PAGE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5</cp:revision>
  <dcterms:created xsi:type="dcterms:W3CDTF">2026-03-28T14:25:03Z</dcterms:created>
  <dcterms:modified xsi:type="dcterms:W3CDTF">2026-03-28T18:38:28Z</dcterms:modified>
</cp:coreProperties>
</file>