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C050-2591-8495-B880-59797FEEC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1ECAC-9738-2075-4829-E8FC296BE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5267-6DAC-9783-5232-22F61EBA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226F-7483-2822-A8E4-C9B1A76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6978E-ADFE-A4C9-3FD0-9234F17D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58553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BFC2-E8F6-10E3-7DFF-618E18FD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4E0A-2CB9-7EB4-D4D2-13A3FE19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FBFA2-8693-F63C-880F-A74C99B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105B-C0A1-BC6C-798B-7CD1AA60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D077F-617C-E6CD-C81B-A2466D1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770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A30E-E02E-6259-5D81-048E0128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66AB-5AAA-6BC5-6528-CFADBC96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25C8-131E-86EB-CA12-86901C97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A0E1A-B6B9-60B3-BE35-60EE8249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30C6-1532-548F-37A4-2640C5FD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17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801-3A46-E4F8-1274-C2F03D08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B6FF-97AC-B7F7-1F8B-4C659A27D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99112-3ECB-91CD-392E-7DC7227D6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9F5A-7094-4495-2CF2-8C6DB250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C4324-7094-C5E7-7FDF-8970A196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DD378-F42E-C70E-AD03-20A1910C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232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2557-C799-C709-ED32-FB571B6B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9B5A8-DDE8-A55B-DE74-733AE60F1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D9A81-6ED1-8D13-509F-9F4BEA20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0B144-5199-8B1B-44D2-F0CF8D992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6156C-7D0F-29BF-92D3-921EBD33D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775E7-5ADD-6DDB-0292-90F8B1B3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A3D95-9EA3-5248-90FF-4BA454FE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A3480-C55D-A106-1C57-CA5F69FE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47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A4B4-30A2-C51F-FC02-430A8154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5C31E-29F7-CF1B-CE37-7F13B75F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DD01F-81DD-400A-961A-E52602F0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EC690-C609-5E01-4BCF-458081D3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48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B6496-54AF-53A2-F68B-372D685F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2E0C3-FE36-BF46-A705-C6BFEE08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EDA75-7493-5990-53AE-9E0BA1A9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598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061-5E06-A5C5-DA18-09A2BA2A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9961-515F-85C2-2A04-0F26514D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D4132-9D46-B001-64BC-3F6EC4C07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0B48D-1E26-6551-FD8B-2F8CDDC7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D1FC-FED2-4E91-3A2F-7B979439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9F021-C824-C772-1369-581D3E59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365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BCBA-DE3D-1B1B-97D1-371B3439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DAA01-34BF-7B76-75E8-02FF6F870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0FF58-85E7-1BB4-FD49-056459EFB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BC79F-29D5-59E7-7380-F539E857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4200B-810E-8BD7-83E0-955F3B37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F2006-3A9D-08C0-7B40-009456F6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472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3C09-7131-1428-1DDE-F5B534E1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6E098-C79A-6B59-D0D8-0B3208789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20D6-FC58-9156-3B7F-FCF0F91D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344A-FBE9-A3E5-963D-2E06BB2B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B2F2-5DFE-0138-D60E-EC4F53E6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26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B563D-34E4-7096-1147-CE9240F32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9C07C-D60F-B2F0-BB76-BA531C7F5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E289E-2496-BB29-1831-67F6C4B2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2DF20-645B-B82F-5B44-62676085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5BC6-7E37-5611-6AE8-5A757B1E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970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B2E96-CB33-5A54-F1C3-6887ED40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6D5D3-D3B1-1098-84B5-146BE1EE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B544-A635-7703-B08F-93710B689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30A62-9116-4267-99FC-E7DD97509EF7}" type="datetimeFigureOut">
              <a:rPr lang="en-PK" smtClean="0"/>
              <a:t>28/03/2026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5D75-E0CA-130B-393C-96E0E3FEA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E218F-05B9-8112-09ED-08E91D17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10232-AE3A-4CF2-AA3E-94CEDBC573F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972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fopps-uok.onlin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8B98-5997-D273-5524-A2551DAF3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DEAN ACCESS ROLE</a:t>
            </a:r>
            <a:endParaRPr lang="en-PK" b="1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1F9A-EDE8-81AF-7B1D-2CA170298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FOPPS ONLINE CLASS PORTAL</a:t>
            </a:r>
          </a:p>
          <a:p>
            <a:r>
              <a:rPr lang="en-US" dirty="0">
                <a:solidFill>
                  <a:schemeClr val="accent2"/>
                </a:solidFill>
                <a:hlinkClick r:id="rId2"/>
              </a:rPr>
              <a:t>https://fopps-uok.online/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endParaRPr lang="en-PK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2F8B0-0570-FE5A-5F0E-4E541B2E7674}"/>
              </a:ext>
            </a:extLst>
          </p:cNvPr>
          <p:cNvSpPr txBox="1"/>
          <p:nvPr/>
        </p:nvSpPr>
        <p:spPr>
          <a:xfrm>
            <a:off x="146756" y="6096000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C484CBE2-A2C5-E4AC-AD2A-8AD0B789F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356" y="392668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80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4547-9ECA-CA91-AB19-9E36D7DC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FOPPS-UOK.ONLINE PAGE</a:t>
            </a:r>
            <a:endParaRPr lang="en-PK" b="1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4F887-9C0F-9A06-2056-C34334F10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96646"/>
            <a:ext cx="12039600" cy="4947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C220E6-1800-F1E5-DC74-30545F0229EE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115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5639-7546-9407-8C22-169A616D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LOGIN PAGE</a:t>
            </a:r>
            <a:endParaRPr lang="en-PK" b="1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6A6837-8D1C-50B0-896A-89330B243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7378" y="270933"/>
            <a:ext cx="5944833" cy="63330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4440B-F70A-5FF9-2205-8194C804D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Login page of Portal is Sign-In Access</a:t>
            </a:r>
          </a:p>
          <a:p>
            <a:endParaRPr lang="en-US" dirty="0"/>
          </a:p>
          <a:p>
            <a:r>
              <a:rPr lang="en-US" dirty="0"/>
              <a:t>Login to Portal to access by inserting:</a:t>
            </a:r>
          </a:p>
          <a:p>
            <a:r>
              <a:rPr lang="en-US" b="1" dirty="0"/>
              <a:t>Email Address</a:t>
            </a:r>
          </a:p>
          <a:p>
            <a:r>
              <a:rPr lang="en-US" b="1" dirty="0"/>
              <a:t>Password</a:t>
            </a:r>
          </a:p>
          <a:p>
            <a:endParaRPr lang="en-US" dirty="0"/>
          </a:p>
          <a:p>
            <a:r>
              <a:rPr lang="en-US" dirty="0"/>
              <a:t>Click Sign In to get access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077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4547-9ECA-CA91-AB19-9E36D7DC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44F2-8813-DD1E-DE98-62C9EB1C4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220E6-1800-F1E5-DC74-30545F0229EE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7E044-B92B-FE5B-5716-B365E2EE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00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10F9D-D1E7-F720-1327-3AA66B99283A}"/>
              </a:ext>
            </a:extLst>
          </p:cNvPr>
          <p:cNvSpPr txBox="1"/>
          <p:nvPr/>
        </p:nvSpPr>
        <p:spPr>
          <a:xfrm>
            <a:off x="1941689" y="4312356"/>
            <a:ext cx="6163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Dean (Super Admin) Access Dashboard and Dean has complete access of all Departments, Faculty Members, Courses and Students.</a:t>
            </a:r>
            <a:r>
              <a:rPr lang="en-US" dirty="0"/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5022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CF33-EBDC-EFCA-3651-9B5809E8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CBAA-6685-11AE-B969-CAB25E0A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6A63-4A11-9D1D-30C1-D496CC83C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819DA-522B-2A13-944F-626853BC3536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FE8D5-3363-053D-1532-28E35E053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0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339E-8BAC-FC16-27CC-9125F251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2C35-CDBA-4D1E-3CB7-FE3D07CD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6624-A255-A435-ED63-54FCC59CA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1F8C2-020A-DF89-1D85-99BF516ECF41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89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8392-D9D5-CDE8-7220-EAC66C29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6DB1-0122-FD08-EE81-700B4290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9D7B-0C57-1242-7E0F-0968CA64C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7DFE4-2427-51E7-316F-DAA32FF1A710}"/>
              </a:ext>
            </a:extLst>
          </p:cNvPr>
          <p:cNvSpPr txBox="1"/>
          <p:nvPr/>
        </p:nvSpPr>
        <p:spPr>
          <a:xfrm>
            <a:off x="152400" y="6488668"/>
            <a:ext cx="1188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FACULTY OF PHARMACY AND PHARMACEUTICAL SCIENCES                                                                               </a:t>
            </a:r>
            <a:r>
              <a:rPr lang="en-US" b="1" dirty="0">
                <a:solidFill>
                  <a:schemeClr val="accent2"/>
                </a:solidFill>
              </a:rPr>
              <a:t>SOFTSOLS PAKISTAN</a:t>
            </a:r>
            <a:endParaRPr lang="en-PK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866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DEAN ACCESS ROLE</vt:lpstr>
      <vt:lpstr>FOPPS-UOK.ONLINE PAGE</vt:lpstr>
      <vt:lpstr>LOGIN PAGE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softsols2025@hotmail.com</dc:creator>
  <cp:lastModifiedBy>softsols2025@hotmail.com</cp:lastModifiedBy>
  <cp:revision>7</cp:revision>
  <dcterms:created xsi:type="dcterms:W3CDTF">2026-03-28T14:25:03Z</dcterms:created>
  <dcterms:modified xsi:type="dcterms:W3CDTF">2026-03-28T18:44:04Z</dcterms:modified>
</cp:coreProperties>
</file>