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5" r:id="rId6"/>
    <p:sldId id="262" r:id="rId7"/>
    <p:sldId id="259" r:id="rId8"/>
    <p:sldId id="263" r:id="rId9"/>
    <p:sldId id="264" r:id="rId10"/>
    <p:sldId id="260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C050-2591-8495-B880-59797FEEC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1ECAC-9738-2075-4829-E8FC296BE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D5267-6DAC-9783-5232-22F61EBA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E226F-7483-2822-A8E4-C9B1A767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6978E-ADFE-A4C9-3FD0-9234F17D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58553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BFC2-E8F6-10E3-7DFF-618E18FD6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4E0A-2CB9-7EB4-D4D2-13A3FE19B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FBFA2-8693-F63C-880F-A74C99B3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105B-C0A1-BC6C-798B-7CD1AA60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D077F-617C-E6CD-C81B-A2466D1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770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A30E-E02E-6259-5D81-048E0128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A66AB-5AAA-6BC5-6528-CFADBC963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25C8-131E-86EB-CA12-86901C97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A0E1A-B6B9-60B3-BE35-60EE8249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30C6-1532-548F-37A4-2640C5FD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317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801-3A46-E4F8-1274-C2F03D08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3B6FF-97AC-B7F7-1F8B-4C659A27D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99112-3ECB-91CD-392E-7DC7227D6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D9F5A-7094-4495-2CF2-8C6DB250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C4324-7094-C5E7-7FDF-8970A196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DD378-F42E-C70E-AD03-20A1910C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232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2557-C799-C709-ED32-FB571B6B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9B5A8-DDE8-A55B-DE74-733AE60F1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D9A81-6ED1-8D13-509F-9F4BEA201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0B144-5199-8B1B-44D2-F0CF8D992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6156C-7D0F-29BF-92D3-921EBD33D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775E7-5ADD-6DDB-0292-90F8B1B3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A3D95-9EA3-5248-90FF-4BA454FE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A3480-C55D-A106-1C57-CA5F69FE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47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A4B4-30A2-C51F-FC02-430A8154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5C31E-29F7-CF1B-CE37-7F13B75F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DD01F-81DD-400A-961A-E52602F0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EC690-C609-5E01-4BCF-458081D3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448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B6496-54AF-53A2-F68B-372D685F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2E0C3-FE36-BF46-A705-C6BFEE08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EDA75-7493-5990-53AE-9E0BA1A9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598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3061-5E06-A5C5-DA18-09A2BA2A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9961-515F-85C2-2A04-0F26514D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D4132-9D46-B001-64BC-3F6EC4C07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0B48D-1E26-6551-FD8B-2F8CDDC7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DD1FC-FED2-4E91-3A2F-7B979439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9F021-C824-C772-1369-581D3E59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365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BCBA-DE3D-1B1B-97D1-371B3439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DAA01-34BF-7B76-75E8-02FF6F870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0FF58-85E7-1BB4-FD49-056459EFB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BC79F-29D5-59E7-7380-F539E857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4200B-810E-8BD7-83E0-955F3B37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F2006-3A9D-08C0-7B40-009456F6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4472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3C09-7131-1428-1DDE-F5B534E1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6E098-C79A-6B59-D0D8-0B3208789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20D6-FC58-9156-3B7F-FCF0F91D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F344A-FBE9-A3E5-963D-2E06BB2B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6B2F2-5DFE-0138-D60E-EC4F53E6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266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B563D-34E4-7096-1147-CE9240F32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9C07C-D60F-B2F0-BB76-BA531C7F5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E289E-2496-BB29-1831-67F6C4B2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2DF20-645B-B82F-5B44-62676085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A5BC6-7E37-5611-6AE8-5A757B1E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970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B2E96-CB33-5A54-F1C3-6887ED40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6D5D3-D3B1-1098-84B5-146BE1EEB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B544-A635-7703-B08F-93710B689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30A62-9116-4267-99FC-E7DD97509EF7}" type="datetimeFigureOut">
              <a:rPr lang="en-PK" smtClean="0"/>
              <a:t>29/03/2026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5D75-E0CA-130B-393C-96E0E3FEA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E218F-05B9-8112-09ED-08E91D17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972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fopps-uok.onlin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8B98-5997-D273-5524-A2551DAF3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STUDENT REGISTRATION</a:t>
            </a:r>
            <a:endParaRPr lang="en-PK" b="1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1F9A-EDE8-81AF-7B1D-2CA1702988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FOPPS ONLINE CLASS PORTAL</a:t>
            </a:r>
          </a:p>
          <a:p>
            <a:r>
              <a:rPr lang="en-US" dirty="0">
                <a:solidFill>
                  <a:schemeClr val="accent2"/>
                </a:solidFill>
                <a:hlinkClick r:id="rId2"/>
              </a:rPr>
              <a:t>https://fopps-uok.online/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endParaRPr lang="en-PK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2F8B0-0570-FE5A-5F0E-4E541B2E7674}"/>
              </a:ext>
            </a:extLst>
          </p:cNvPr>
          <p:cNvSpPr txBox="1"/>
          <p:nvPr/>
        </p:nvSpPr>
        <p:spPr>
          <a:xfrm>
            <a:off x="146756" y="6096000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C484CBE2-A2C5-E4AC-AD2A-8AD0B789F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356" y="392668"/>
            <a:ext cx="2286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80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4547-9ECA-CA91-AB19-9E36D7DC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FOPPS-UOK.ONLINE PAGE</a:t>
            </a:r>
            <a:endParaRPr lang="en-PK" b="1" dirty="0">
              <a:solidFill>
                <a:srgbClr val="0070C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94F887-9C0F-9A06-2056-C34334F10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96646"/>
            <a:ext cx="12039600" cy="4947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C220E6-1800-F1E5-DC74-30545F0229EE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229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5639-7546-9407-8C22-169A616D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LOGIN PAGE</a:t>
            </a:r>
            <a:endParaRPr lang="en-PK" b="1" dirty="0">
              <a:solidFill>
                <a:srgbClr val="0070C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6A6837-8D1C-50B0-896A-89330B243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7378" y="270933"/>
            <a:ext cx="5944833" cy="621773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4440B-F70A-5FF9-2205-8194C804D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Login page of Portal is Sign-In Access</a:t>
            </a:r>
          </a:p>
          <a:p>
            <a:endParaRPr lang="en-US" dirty="0"/>
          </a:p>
          <a:p>
            <a:r>
              <a:rPr lang="en-US" dirty="0"/>
              <a:t>Login to Portal to access by inserting:</a:t>
            </a:r>
          </a:p>
          <a:p>
            <a:r>
              <a:rPr lang="en-US" b="1" dirty="0"/>
              <a:t>Email Address</a:t>
            </a:r>
          </a:p>
          <a:p>
            <a:r>
              <a:rPr lang="en-US" b="1" dirty="0"/>
              <a:t>Password</a:t>
            </a:r>
          </a:p>
          <a:p>
            <a:endParaRPr lang="en-US" dirty="0"/>
          </a:p>
          <a:p>
            <a:r>
              <a:rPr lang="en-US" dirty="0"/>
              <a:t>Click Sign In to get access</a:t>
            </a:r>
          </a:p>
          <a:p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21D15-7A31-AD68-4798-1AC554714170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77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F8D7-01A6-9EC8-B0AA-B4F6AF28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C5AA-7C7E-A0EF-94AB-810FDFF2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F0AC7-1296-162C-A33E-AFE241CB5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F0BFE-4E4D-C7EE-5EDD-DBB2DE729666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871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5AFDF-CD74-2B84-06E3-4431C143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B056-094D-A333-8EC5-466C2B90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RESET STEPS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65109-A1A5-3B6F-CCA2-EF18AEA4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E2F8FD-3853-9BE6-A701-FADB8423B7BD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21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27F3-47A4-3FD2-419D-B9D29DAD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A9E7-73B0-4568-061E-731E7D34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Reset Password</a:t>
            </a:r>
            <a:endParaRPr lang="en-PK" b="1" dirty="0">
              <a:solidFill>
                <a:srgbClr val="0070C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A7565-A8AE-37FF-783B-8B8D9262A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confirmation message shown  on screen for Password Link Sent to the respective Email Address</a:t>
            </a:r>
          </a:p>
          <a:p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36F299-0C13-AB5D-F11D-35F61484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D4C5-B918-DF84-BDA7-FBD9A0F9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133" y="0"/>
            <a:ext cx="7055556" cy="6378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45D980-CD75-838B-D401-8DB7D98C814C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73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1301-B623-B8F8-C40B-8C24E9D9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CAE0-7B01-10E1-2162-0A5605C9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Email Received for Reset Link</a:t>
            </a:r>
            <a:endParaRPr lang="en-PK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549EC-D42B-05E1-0319-9A3D831704BC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48F520-9E03-C310-D022-34550E53A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5371"/>
            <a:ext cx="8725101" cy="330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6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9811-B767-D58E-7C0F-5951ACC4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ED0D-7A7C-0D98-B7C6-1DBB9303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Reset Password</a:t>
            </a:r>
            <a:endParaRPr lang="en-PK" b="1" dirty="0">
              <a:solidFill>
                <a:srgbClr val="0070C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45E06-DEED-D8B6-6179-FF6EF2F01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confirmation message shown  on screen for Password Link Sent to the respective Email Address</a:t>
            </a:r>
          </a:p>
          <a:p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C36F93-F27F-8E69-8E1C-6F4A903F7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05266-21D8-C692-4D37-F9D08D86ED22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0707B-CBE8-A0CB-96E6-D1701C35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985" y="0"/>
            <a:ext cx="6637726" cy="626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B399-AC1C-5E1D-5927-0A7A63E8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E369-BFA4-3DAA-406F-AF0C219C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Reset Password</a:t>
            </a:r>
            <a:endParaRPr lang="en-PK" b="1" dirty="0">
              <a:solidFill>
                <a:srgbClr val="0070C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57E4-B7DB-9435-8DDF-E9C7EEF67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Confirmation on Screen about Password changed.</a:t>
            </a:r>
          </a:p>
          <a:p>
            <a:r>
              <a:rPr lang="en-US" dirty="0"/>
              <a:t>You will login with New Password.</a:t>
            </a:r>
          </a:p>
          <a:p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D23433-85D2-3302-9C2C-56FF1843B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7600" y="626181"/>
            <a:ext cx="4865511" cy="56955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CE0525-2852-079A-A795-5141E481C4BB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351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88D29-524E-9030-DDF9-2FFBFB94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5430A-9B0F-D826-8B17-198B41B9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B506-1C06-0EC6-7279-1083653DB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9A75D-8D27-03FF-9B3B-4F371BF90BCE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948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181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STUDENT REGISTRATION</vt:lpstr>
      <vt:lpstr>FOPPS-UOK.ONLINE PAGE</vt:lpstr>
      <vt:lpstr>LOGIN PAGE</vt:lpstr>
      <vt:lpstr>PowerPoint Presentation</vt:lpstr>
      <vt:lpstr>PASSWORD RESET STEPS</vt:lpstr>
      <vt:lpstr>Reset Password</vt:lpstr>
      <vt:lpstr>Email Received for Reset Link</vt:lpstr>
      <vt:lpstr>Reset Password</vt:lpstr>
      <vt:lpstr>Reset Password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softsols2025@hotmail.com</dc:creator>
  <cp:lastModifiedBy>softsols2025@hotmail.com</cp:lastModifiedBy>
  <cp:revision>6</cp:revision>
  <dcterms:created xsi:type="dcterms:W3CDTF">2026-03-28T14:25:03Z</dcterms:created>
  <dcterms:modified xsi:type="dcterms:W3CDTF">2026-03-29T05:32:21Z</dcterms:modified>
</cp:coreProperties>
</file>