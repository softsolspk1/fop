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5" r:id="rId6"/>
    <p:sldId id="262" r:id="rId7"/>
    <p:sldId id="259" r:id="rId8"/>
    <p:sldId id="263" r:id="rId9"/>
    <p:sldId id="269" r:id="rId10"/>
    <p:sldId id="270" r:id="rId11"/>
    <p:sldId id="271" r:id="rId12"/>
    <p:sldId id="272" r:id="rId13"/>
    <p:sldId id="274" r:id="rId14"/>
    <p:sldId id="275" r:id="rId15"/>
    <p:sldId id="276" r:id="rId16"/>
    <p:sldId id="273" r:id="rId17"/>
    <p:sldId id="264" r:id="rId18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66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21773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21D15-7A31-AD68-4798-1AC55471417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5AFDF-CD74-2B84-06E3-4431C143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BB056-094D-A333-8EC5-466C2B90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PASSWORD RESET STEPS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65109-A1A5-3B6F-CCA2-EF18AEA4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E2F8FD-3853-9BE6-A701-FADB8423B7B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521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31C6F-5FA5-5046-C1AB-6CF052E71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61C2-6332-754F-8B45-579D7EEAA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42094-EB03-4D0F-2D94-279E6BFA1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58E87-A0EF-164F-B1A7-094642852BB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D6CA62-52BB-2714-BC40-4E4DE612C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2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795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AD79F-F674-6999-8751-67C8E8CE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DBF171-DAFA-60D2-ACD8-119BDE2819BD}"/>
              </a:ext>
            </a:extLst>
          </p:cNvPr>
          <p:cNvSpPr txBox="1"/>
          <p:nvPr/>
        </p:nvSpPr>
        <p:spPr>
          <a:xfrm>
            <a:off x="3183467" y="3905956"/>
            <a:ext cx="6310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 Result Page, Teacher, HOD and Admin will be able to Post and Access Result of any Subject which will be viewable to higher </a:t>
            </a:r>
            <a:r>
              <a:rPr lang="en-US" b="1" dirty="0" err="1">
                <a:solidFill>
                  <a:srgbClr val="FF0000"/>
                </a:solidFill>
              </a:rPr>
              <a:t>hirerchy</a:t>
            </a:r>
            <a:r>
              <a:rPr lang="en-US" b="1" dirty="0">
                <a:solidFill>
                  <a:srgbClr val="FF0000"/>
                </a:solidFill>
              </a:rPr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Like any Teacher post Result then it will be viewable to respective HOD and Dean.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91497-74AB-C859-CAC4-609EBB3D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276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857F7E-8077-3723-8DB7-240ADF0280AA}"/>
              </a:ext>
            </a:extLst>
          </p:cNvPr>
          <p:cNvSpPr txBox="1"/>
          <p:nvPr/>
        </p:nvSpPr>
        <p:spPr>
          <a:xfrm>
            <a:off x="3149600" y="4301067"/>
            <a:ext cx="673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and Dean (Admin) able to add Examination Date Sheet and Exam Results will be added by respective Teacher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28CEC-B39E-5887-06DF-A3A7BC89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E10-CF2E-EBA3-5BFD-411E6D14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FBDC-596F-56E7-2BC8-9F070F7B0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D3557-C7DC-0B07-9832-ECC114F8129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D3AEE-CD37-6ADB-B5E2-EC399E20E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85"/>
            <a:ext cx="12192000" cy="60209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B2BDA-1DB4-4C9C-D1FD-C995DBB7DACA}"/>
              </a:ext>
            </a:extLst>
          </p:cNvPr>
          <p:cNvSpPr txBox="1"/>
          <p:nvPr/>
        </p:nvSpPr>
        <p:spPr>
          <a:xfrm>
            <a:off x="8669867" y="2585156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Semester Wise Time Table will be added by Dean Office and Department Head and also by Dean (Admin)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57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5F76-597A-A21F-811D-B0F2D42B9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DFF4-A16F-3DD5-59C3-DC264A45B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FA396-1426-A944-022E-E7665C8C7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023CD9-E1EA-4665-6957-8C2D508378CA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3758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47C6-86B1-26B4-A47C-8092F41F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2625-5AD7-FD8C-FC94-5F15DFCCF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62F03-0E4C-B28D-D0BA-E40794A5E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A7A6C-92BC-769A-33A4-7AAE83913A7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722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3E94A-DC0B-B097-EBAD-F10012F1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C7F5-164B-8352-D346-016979F19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2DA70-E8B1-5EAD-77B4-68241CAD3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2B541-08A2-E3BF-3AA3-42AFFDCFDDBA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651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BE88-E1A3-9A2B-311B-7889E618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7C9D1-9227-82DB-DDDA-1BFAC3645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8FDC2-9B50-6534-0E45-AC5F1D4D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44825-4221-DCE7-4AAE-8120B854DD3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459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326</Words>
  <Application>Microsoft Office PowerPoint</Application>
  <PresentationFormat>Widescreen</PresentationFormat>
  <Paragraphs>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PASSWORD RESET STEPS</vt:lpstr>
      <vt:lpstr>Reset Password</vt:lpstr>
      <vt:lpstr>Email Received for Reset Link</vt:lpstr>
      <vt:lpstr>Reset Password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Reset Password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12</cp:revision>
  <dcterms:created xsi:type="dcterms:W3CDTF">2026-03-28T14:25:03Z</dcterms:created>
  <dcterms:modified xsi:type="dcterms:W3CDTF">2026-03-29T10:18:37Z</dcterms:modified>
</cp:coreProperties>
</file>