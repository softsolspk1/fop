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STUDENT REGISTRATION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8F8D7-01A6-9EC8-B0AA-B4F6AF2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FC5AA-7C7E-A0EF-94AB-810FDFF2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0AC7-1296-162C-A33E-AFE241CB5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0BFE-4E4D-C7EE-5EDD-DBB2DE72966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7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017C1-649A-492E-19B2-924C96711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83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STUDENT REGISTRATION</vt:lpstr>
      <vt:lpstr>FOPPS-UOK.ONLINE PAGE</vt:lpstr>
      <vt:lpstr>LOGIN PAGE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5</cp:revision>
  <dcterms:created xsi:type="dcterms:W3CDTF">2026-03-28T14:25:03Z</dcterms:created>
  <dcterms:modified xsi:type="dcterms:W3CDTF">2026-03-28T18:41:06Z</dcterms:modified>
</cp:coreProperties>
</file>