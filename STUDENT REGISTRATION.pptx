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65" r:id="rId6"/>
    <p:sldId id="262" r:id="rId7"/>
    <p:sldId id="259" r:id="rId8"/>
    <p:sldId id="263" r:id="rId9"/>
    <p:sldId id="274" r:id="rId10"/>
    <p:sldId id="275" r:id="rId11"/>
    <p:sldId id="276" r:id="rId12"/>
    <p:sldId id="273" r:id="rId13"/>
    <p:sldId id="264" r:id="rId14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66" autoAdjust="0"/>
    <p:restoredTop sz="94660"/>
  </p:normalViewPr>
  <p:slideViewPr>
    <p:cSldViewPr snapToGrid="0">
      <p:cViewPr varScale="1">
        <p:scale>
          <a:sx n="85" d="100"/>
          <a:sy n="85" d="100"/>
        </p:scale>
        <p:origin x="80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STUDENT REGISTRATION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217735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21D15-7A31-AD68-4798-1AC55471417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8F8D7-01A6-9EC8-B0AA-B4F6AF28E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FC5AA-7C7E-A0EF-94AB-810FDFF28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F0AC7-1296-162C-A33E-AFE241CB59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0F0BFE-4E4D-C7EE-5EDD-DBB2DE72966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871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5AFDF-CD74-2B84-06E3-4431C143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BB056-094D-A333-8EC5-466C2B90E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PASSWORD RESET STEPS</a:t>
            </a:r>
            <a:endParaRPr lang="en-P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65109-A1A5-3B6F-CCA2-EF18AEA4C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E2F8FD-3853-9BE6-A701-FADB8423B7BD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5210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27F3-47A4-3FD2-419D-B9D29DAD5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FA9E7-73B0-4568-061E-731E7D349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5A7565-A8AE-37FF-783B-8B8D9262A2C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confirmation message shown  on screen for Password Link Sent to the respective Email Address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36F299-0C13-AB5D-F11D-35F614842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D4C5-B918-DF84-BDA7-FBD9A0F94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133" y="0"/>
            <a:ext cx="7055556" cy="63782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45D980-CD75-838B-D401-8DB7D98C814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734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21301-B623-B8F8-C40B-8C24E9D97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CAE0-7B01-10E1-2162-0A5605C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Email Received for Reset Link</a:t>
            </a:r>
            <a:endParaRPr lang="en-PK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549EC-D42B-05E1-0319-9A3D831704B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D48F520-9E03-C310-D022-34550E53A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75371"/>
            <a:ext cx="8725101" cy="330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60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E9811-B767-D58E-7C0F-5951ACC4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4ED0D-7A7C-0D98-B7C6-1DBB93031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345E06-DEED-D8B6-6179-FF6EF2F0119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confirmation message shown  on screen for Password Link Sent to the respective Email Address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C36F93-F27F-8E69-8E1C-6F4A903F7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805266-21D8-C692-4D37-F9D08D86ED2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90707B-CBE8-A0CB-96E6-D1701C35D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985" y="0"/>
            <a:ext cx="6637726" cy="626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68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55F76-597A-A21F-811D-B0F2D42B9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3DFF4-A16F-3DD5-59C3-DC264A45B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6FA396-1426-A944-022E-E7665C8C7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023CD9-E1EA-4665-6957-8C2D508378CA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3758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347C6-86B1-26B4-A47C-8092F41F3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22625-5AD7-FD8C-FC94-5F15DFCCF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362F03-0E4C-B28D-D0BA-E40794A5EA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0A7A6C-92BC-769A-33A4-7AAE83913A7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8722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3E94A-DC0B-B097-EBAD-F10012F14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1C7F5-164B-8352-D346-016979F19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2DA70-E8B1-5EAD-77B4-68241CAD3E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42B541-08A2-E3BF-3AA3-42AFFDCFDDBA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6518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4BE88-E1A3-9A2B-311B-7889E618C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7C9D1-9227-82DB-DDDA-1BFAC3645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8FDC2-9B50-6534-0E45-AC5F1D4DD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644825-4221-DCE7-4AAE-8120B854DD3F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459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6B399-AC1C-5E1D-5927-0A7A63E8E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0E369-BFA4-3DAA-406F-AF0C219CA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7C57E4-B7DB-9435-8DDF-E9C7EEF67FC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Confirmation on Screen about Password changed.</a:t>
            </a:r>
          </a:p>
          <a:p>
            <a:r>
              <a:rPr lang="en-US" dirty="0"/>
              <a:t>You will login with New Password.</a:t>
            </a:r>
          </a:p>
          <a:p>
            <a:endParaRPr lang="en-PK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6D23433-85D2-3302-9C2C-56FF1843BC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97600" y="626181"/>
            <a:ext cx="4865511" cy="56955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CE0525-2852-079A-A795-5141E481C4B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3351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702</TotalTime>
  <Words>205</Words>
  <Application>Microsoft Office PowerPoint</Application>
  <PresentationFormat>Widescreen</PresentationFormat>
  <Paragraphs>34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STUDENT REGISTRATION</vt:lpstr>
      <vt:lpstr>FOPPS-UOK.ONLINE PAGE</vt:lpstr>
      <vt:lpstr>LOGIN PAGE</vt:lpstr>
      <vt:lpstr>PowerPoint Presentation</vt:lpstr>
      <vt:lpstr>PASSWORD RESET STEPS</vt:lpstr>
      <vt:lpstr>Reset Password</vt:lpstr>
      <vt:lpstr>Email Received for Reset Link</vt:lpstr>
      <vt:lpstr>Reset Password</vt:lpstr>
      <vt:lpstr>PowerPoint Presentation</vt:lpstr>
      <vt:lpstr>PowerPoint Presentation</vt:lpstr>
      <vt:lpstr>PowerPoint Presentation</vt:lpstr>
      <vt:lpstr>PowerPoint Presentation</vt:lpstr>
      <vt:lpstr>Reset Password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13</cp:revision>
  <dcterms:created xsi:type="dcterms:W3CDTF">2026-03-28T14:25:03Z</dcterms:created>
  <dcterms:modified xsi:type="dcterms:W3CDTF">2026-03-29T12:20:57Z</dcterms:modified>
</cp:coreProperties>
</file>